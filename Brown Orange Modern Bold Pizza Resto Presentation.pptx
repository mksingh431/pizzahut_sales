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Bebas Neue Bold" charset="1" panose="020B0606020202050201"/>
      <p:regular r:id="rId22"/>
    </p:embeddedFont>
    <p:embeddedFont>
      <p:font typeface="Montserrat Bold" charset="1" panose="00000800000000000000"/>
      <p:regular r:id="rId23"/>
    </p:embeddedFont>
    <p:embeddedFont>
      <p:font typeface="Open Sans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7.jpe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20.jpe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26.jpe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16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23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1.png" Type="http://schemas.openxmlformats.org/officeDocument/2006/relationships/image"/><Relationship Id="rId6" Target="../media/image33.png" Type="http://schemas.openxmlformats.org/officeDocument/2006/relationships/image"/><Relationship Id="rId7" Target="../media/image3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1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1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26.jpe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https://github.com/MkSingh431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555" r="0" b="-9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9709" y="7712216"/>
            <a:ext cx="3438827" cy="737246"/>
            <a:chOff x="0" y="0"/>
            <a:chExt cx="1895622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95622" cy="406400"/>
            </a:xfrm>
            <a:custGeom>
              <a:avLst/>
              <a:gdLst/>
              <a:ahLst/>
              <a:cxnLst/>
              <a:rect r="r" b="b" t="t" l="l"/>
              <a:pathLst>
                <a:path h="406400" w="1895622">
                  <a:moveTo>
                    <a:pt x="1692422" y="0"/>
                  </a:moveTo>
                  <a:cubicBezTo>
                    <a:pt x="1804646" y="0"/>
                    <a:pt x="1895622" y="90976"/>
                    <a:pt x="1895622" y="203200"/>
                  </a:cubicBezTo>
                  <a:cubicBezTo>
                    <a:pt x="1895622" y="315424"/>
                    <a:pt x="1804646" y="406400"/>
                    <a:pt x="169242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A6E19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895622" cy="454025"/>
            </a:xfrm>
            <a:prstGeom prst="rect">
              <a:avLst/>
            </a:prstGeom>
          </p:spPr>
          <p:txBody>
            <a:bodyPr anchor="ctr" rtlCol="false" tIns="31690" lIns="31690" bIns="31690" rIns="3169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331182" y="5732713"/>
            <a:ext cx="11185274" cy="7102649"/>
          </a:xfrm>
          <a:custGeom>
            <a:avLst/>
            <a:gdLst/>
            <a:ahLst/>
            <a:cxnLst/>
            <a:rect r="r" b="b" t="t" l="l"/>
            <a:pathLst>
              <a:path h="7102649" w="11185274">
                <a:moveTo>
                  <a:pt x="0" y="0"/>
                </a:moveTo>
                <a:lnTo>
                  <a:pt x="11185274" y="0"/>
                </a:lnTo>
                <a:lnTo>
                  <a:pt x="11185274" y="7102649"/>
                </a:lnTo>
                <a:lnTo>
                  <a:pt x="0" y="71026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49709" y="2905491"/>
            <a:ext cx="11105782" cy="5175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63"/>
              </a:lnSpc>
            </a:pPr>
            <a:r>
              <a:rPr lang="en-US" sz="21264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WELCOME TO</a:t>
            </a:r>
          </a:p>
          <a:p>
            <a:pPr algn="l">
              <a:lnSpc>
                <a:spcPts val="19563"/>
              </a:lnSpc>
            </a:pPr>
            <a:r>
              <a:rPr lang="en-US" sz="21264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PIZZA RESTO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7259300" y="-1588573"/>
            <a:ext cx="1788844" cy="12826898"/>
            <a:chOff x="0" y="0"/>
            <a:chExt cx="471136" cy="33782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1136" cy="3378278"/>
            </a:xfrm>
            <a:custGeom>
              <a:avLst/>
              <a:gdLst/>
              <a:ahLst/>
              <a:cxnLst/>
              <a:rect r="r" b="b" t="t" l="l"/>
              <a:pathLst>
                <a:path h="3378278" w="471136">
                  <a:moveTo>
                    <a:pt x="0" y="0"/>
                  </a:moveTo>
                  <a:lnTo>
                    <a:pt x="471136" y="0"/>
                  </a:lnTo>
                  <a:lnTo>
                    <a:pt x="471136" y="3378278"/>
                  </a:lnTo>
                  <a:lnTo>
                    <a:pt x="0" y="3378278"/>
                  </a:ln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71136" cy="3425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776189" y="4611489"/>
            <a:ext cx="2980029" cy="298002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0" cap="sq">
              <a:solidFill>
                <a:srgbClr val="EA6E19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543050" y="-1895009"/>
            <a:ext cx="3086100" cy="308610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280761" y="3035806"/>
            <a:ext cx="2471391" cy="627331"/>
          </a:xfrm>
          <a:custGeom>
            <a:avLst/>
            <a:gdLst/>
            <a:ahLst/>
            <a:cxnLst/>
            <a:rect r="r" b="b" t="t" l="l"/>
            <a:pathLst>
              <a:path h="627331" w="2471391">
                <a:moveTo>
                  <a:pt x="0" y="0"/>
                </a:moveTo>
                <a:lnTo>
                  <a:pt x="2471391" y="0"/>
                </a:lnTo>
                <a:lnTo>
                  <a:pt x="2471391" y="627331"/>
                </a:lnTo>
                <a:lnTo>
                  <a:pt x="0" y="6273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49709" y="1646188"/>
            <a:ext cx="10479638" cy="514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6"/>
              </a:lnSpc>
            </a:pPr>
            <a:r>
              <a:rPr lang="en-US" sz="3004" spc="309" b="true">
                <a:solidFill>
                  <a:srgbClr val="EA6E1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Where Every Slice is a Taste of Perfection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18741" y="7850417"/>
            <a:ext cx="3100763" cy="413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45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Start Your Slide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54313" y="5402848"/>
            <a:ext cx="2423780" cy="186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81"/>
              </a:lnSpc>
            </a:pPr>
            <a:r>
              <a:rPr lang="en-US" b="true" sz="7589" spc="-220">
                <a:solidFill>
                  <a:srgbClr val="341708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ORDER</a:t>
            </a:r>
          </a:p>
          <a:p>
            <a:pPr algn="ctr">
              <a:lnSpc>
                <a:spcPts val="6981"/>
              </a:lnSpc>
            </a:pPr>
            <a:r>
              <a:rPr lang="en-US" b="true" sz="7589" spc="-220">
                <a:solidFill>
                  <a:srgbClr val="341708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NOW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-752650" y="9258300"/>
            <a:ext cx="2471391" cy="627331"/>
          </a:xfrm>
          <a:custGeom>
            <a:avLst/>
            <a:gdLst/>
            <a:ahLst/>
            <a:cxnLst/>
            <a:rect r="r" b="b" t="t" l="l"/>
            <a:pathLst>
              <a:path h="627331" w="2471391">
                <a:moveTo>
                  <a:pt x="0" y="0"/>
                </a:moveTo>
                <a:lnTo>
                  <a:pt x="2471391" y="0"/>
                </a:lnTo>
                <a:lnTo>
                  <a:pt x="2471391" y="627331"/>
                </a:lnTo>
                <a:lnTo>
                  <a:pt x="0" y="6273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555" r="0" b="-9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59300" y="-1588573"/>
            <a:ext cx="1788844" cy="12826898"/>
            <a:chOff x="0" y="0"/>
            <a:chExt cx="471136" cy="33782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1136" cy="3378278"/>
            </a:xfrm>
            <a:custGeom>
              <a:avLst/>
              <a:gdLst/>
              <a:ahLst/>
              <a:cxnLst/>
              <a:rect r="r" b="b" t="t" l="l"/>
              <a:pathLst>
                <a:path h="3378278" w="471136">
                  <a:moveTo>
                    <a:pt x="0" y="0"/>
                  </a:moveTo>
                  <a:lnTo>
                    <a:pt x="471136" y="0"/>
                  </a:lnTo>
                  <a:lnTo>
                    <a:pt x="471136" y="3378278"/>
                  </a:lnTo>
                  <a:lnTo>
                    <a:pt x="0" y="3378278"/>
                  </a:ln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71136" cy="3425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42744" y="2874531"/>
            <a:ext cx="4519126" cy="6575594"/>
            <a:chOff x="0" y="0"/>
            <a:chExt cx="700131" cy="10187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0131" cy="1018732"/>
            </a:xfrm>
            <a:custGeom>
              <a:avLst/>
              <a:gdLst/>
              <a:ahLst/>
              <a:cxnLst/>
              <a:rect r="r" b="b" t="t" l="l"/>
              <a:pathLst>
                <a:path h="1018732" w="700131">
                  <a:moveTo>
                    <a:pt x="39402" y="0"/>
                  </a:moveTo>
                  <a:lnTo>
                    <a:pt x="660729" y="0"/>
                  </a:lnTo>
                  <a:cubicBezTo>
                    <a:pt x="671179" y="0"/>
                    <a:pt x="681201" y="4151"/>
                    <a:pt x="688590" y="11541"/>
                  </a:cubicBezTo>
                  <a:cubicBezTo>
                    <a:pt x="695980" y="18930"/>
                    <a:pt x="700131" y="28952"/>
                    <a:pt x="700131" y="39402"/>
                  </a:cubicBezTo>
                  <a:lnTo>
                    <a:pt x="700131" y="979329"/>
                  </a:lnTo>
                  <a:cubicBezTo>
                    <a:pt x="700131" y="1001091"/>
                    <a:pt x="682490" y="1018732"/>
                    <a:pt x="660729" y="1018732"/>
                  </a:cubicBezTo>
                  <a:lnTo>
                    <a:pt x="39402" y="1018732"/>
                  </a:lnTo>
                  <a:cubicBezTo>
                    <a:pt x="28952" y="1018732"/>
                    <a:pt x="18930" y="1014580"/>
                    <a:pt x="11541" y="1007191"/>
                  </a:cubicBezTo>
                  <a:cubicBezTo>
                    <a:pt x="4151" y="999802"/>
                    <a:pt x="0" y="989779"/>
                    <a:pt x="0" y="979329"/>
                  </a:cubicBezTo>
                  <a:lnTo>
                    <a:pt x="0" y="39402"/>
                  </a:lnTo>
                  <a:cubicBezTo>
                    <a:pt x="0" y="17641"/>
                    <a:pt x="17641" y="0"/>
                    <a:pt x="39402" y="0"/>
                  </a:cubicBezTo>
                  <a:close/>
                </a:path>
              </a:pathLst>
            </a:custGeom>
            <a:blipFill>
              <a:blip r:embed="rId3"/>
              <a:stretch>
                <a:fillRect l="-8202" t="0" r="-8202" b="0"/>
              </a:stretch>
            </a:blipFill>
            <a:ln w="171450" cap="rnd">
              <a:solidFill>
                <a:srgbClr val="EA6E19"/>
              </a:solidFill>
              <a:prstDash val="solid"/>
              <a:round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4624843" y="8630969"/>
            <a:ext cx="2471391" cy="627331"/>
          </a:xfrm>
          <a:custGeom>
            <a:avLst/>
            <a:gdLst/>
            <a:ahLst/>
            <a:cxnLst/>
            <a:rect r="r" b="b" t="t" l="l"/>
            <a:pathLst>
              <a:path h="627331" w="2471391">
                <a:moveTo>
                  <a:pt x="0" y="0"/>
                </a:moveTo>
                <a:lnTo>
                  <a:pt x="2471391" y="0"/>
                </a:lnTo>
                <a:lnTo>
                  <a:pt x="2471391" y="627331"/>
                </a:lnTo>
                <a:lnTo>
                  <a:pt x="0" y="6273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1543050" y="-1895009"/>
            <a:ext cx="3086100" cy="30861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452632" y="1191091"/>
            <a:ext cx="4519126" cy="6575594"/>
            <a:chOff x="0" y="0"/>
            <a:chExt cx="700131" cy="10187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0131" cy="1018732"/>
            </a:xfrm>
            <a:custGeom>
              <a:avLst/>
              <a:gdLst/>
              <a:ahLst/>
              <a:cxnLst/>
              <a:rect r="r" b="b" t="t" l="l"/>
              <a:pathLst>
                <a:path h="1018732" w="700131">
                  <a:moveTo>
                    <a:pt x="39402" y="0"/>
                  </a:moveTo>
                  <a:lnTo>
                    <a:pt x="660729" y="0"/>
                  </a:lnTo>
                  <a:cubicBezTo>
                    <a:pt x="671179" y="0"/>
                    <a:pt x="681201" y="4151"/>
                    <a:pt x="688590" y="11541"/>
                  </a:cubicBezTo>
                  <a:cubicBezTo>
                    <a:pt x="695980" y="18930"/>
                    <a:pt x="700131" y="28952"/>
                    <a:pt x="700131" y="39402"/>
                  </a:cubicBezTo>
                  <a:lnTo>
                    <a:pt x="700131" y="979329"/>
                  </a:lnTo>
                  <a:cubicBezTo>
                    <a:pt x="700131" y="1001091"/>
                    <a:pt x="682490" y="1018732"/>
                    <a:pt x="660729" y="1018732"/>
                  </a:cubicBezTo>
                  <a:lnTo>
                    <a:pt x="39402" y="1018732"/>
                  </a:lnTo>
                  <a:cubicBezTo>
                    <a:pt x="28952" y="1018732"/>
                    <a:pt x="18930" y="1014580"/>
                    <a:pt x="11541" y="1007191"/>
                  </a:cubicBezTo>
                  <a:cubicBezTo>
                    <a:pt x="4151" y="999802"/>
                    <a:pt x="0" y="989779"/>
                    <a:pt x="0" y="979329"/>
                  </a:cubicBezTo>
                  <a:lnTo>
                    <a:pt x="0" y="39402"/>
                  </a:lnTo>
                  <a:cubicBezTo>
                    <a:pt x="0" y="17641"/>
                    <a:pt x="17641" y="0"/>
                    <a:pt x="39402" y="0"/>
                  </a:cubicBezTo>
                  <a:close/>
                </a:path>
              </a:pathLst>
            </a:custGeom>
            <a:blipFill>
              <a:blip r:embed="rId6"/>
              <a:stretch>
                <a:fillRect l="-58586" t="0" r="-58586" b="0"/>
              </a:stretch>
            </a:blipFill>
            <a:ln w="171450" cap="rnd">
              <a:solidFill>
                <a:srgbClr val="EA6E19"/>
              </a:solidFill>
              <a:prstDash val="solid"/>
              <a:round/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5207451" y="877426"/>
            <a:ext cx="2471391" cy="627331"/>
          </a:xfrm>
          <a:custGeom>
            <a:avLst/>
            <a:gdLst/>
            <a:ahLst/>
            <a:cxnLst/>
            <a:rect r="r" b="b" t="t" l="l"/>
            <a:pathLst>
              <a:path h="627331" w="2471391">
                <a:moveTo>
                  <a:pt x="0" y="0"/>
                </a:moveTo>
                <a:lnTo>
                  <a:pt x="2471391" y="0"/>
                </a:lnTo>
                <a:lnTo>
                  <a:pt x="2471391" y="627330"/>
                </a:lnTo>
                <a:lnTo>
                  <a:pt x="0" y="6273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061307" y="2568576"/>
            <a:ext cx="6720243" cy="2740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42"/>
              </a:lnSpc>
              <a:spcBef>
                <a:spcPct val="0"/>
              </a:spcBef>
            </a:pPr>
            <a:r>
              <a:rPr lang="en-US" b="true" sz="11132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ABOUT OUR PIZZA RESTO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61307" y="5261119"/>
            <a:ext cx="4778670" cy="389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147" b="true">
                <a:solidFill>
                  <a:srgbClr val="EA6E1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Passion for Pizza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61307" y="5897950"/>
            <a:ext cx="6986401" cy="126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elit. Sed at ipsum vitae lacus lobortis lacinia. Donec tristique arcu massa, at pharetra tortor feugiat non.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61307" y="7409250"/>
            <a:ext cx="6986401" cy="126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elit. Sed at ipsum vitae lacus lobortis lacinia. Donec tristique arcu massa, at pharetra tortor feugiat non.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555" r="0" b="-9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59300" y="-1588573"/>
            <a:ext cx="1788844" cy="12826898"/>
            <a:chOff x="0" y="0"/>
            <a:chExt cx="471136" cy="33782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1136" cy="3378278"/>
            </a:xfrm>
            <a:custGeom>
              <a:avLst/>
              <a:gdLst/>
              <a:ahLst/>
              <a:cxnLst/>
              <a:rect r="r" b="b" t="t" l="l"/>
              <a:pathLst>
                <a:path h="3378278" w="471136">
                  <a:moveTo>
                    <a:pt x="0" y="0"/>
                  </a:moveTo>
                  <a:lnTo>
                    <a:pt x="471136" y="0"/>
                  </a:lnTo>
                  <a:lnTo>
                    <a:pt x="471136" y="3378278"/>
                  </a:lnTo>
                  <a:lnTo>
                    <a:pt x="0" y="3378278"/>
                  </a:ln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71136" cy="3425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07451" y="877426"/>
            <a:ext cx="2471391" cy="627331"/>
          </a:xfrm>
          <a:custGeom>
            <a:avLst/>
            <a:gdLst/>
            <a:ahLst/>
            <a:cxnLst/>
            <a:rect r="r" b="b" t="t" l="l"/>
            <a:pathLst>
              <a:path h="627331" w="2471391">
                <a:moveTo>
                  <a:pt x="0" y="0"/>
                </a:moveTo>
                <a:lnTo>
                  <a:pt x="2471391" y="0"/>
                </a:lnTo>
                <a:lnTo>
                  <a:pt x="2471391" y="627330"/>
                </a:lnTo>
                <a:lnTo>
                  <a:pt x="0" y="627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542744" y="6999203"/>
            <a:ext cx="7196386" cy="3844529"/>
            <a:chOff x="0" y="0"/>
            <a:chExt cx="1114909" cy="59561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4909" cy="595618"/>
            </a:xfrm>
            <a:custGeom>
              <a:avLst/>
              <a:gdLst/>
              <a:ahLst/>
              <a:cxnLst/>
              <a:rect r="r" b="b" t="t" l="l"/>
              <a:pathLst>
                <a:path h="595618" w="1114909">
                  <a:moveTo>
                    <a:pt x="24744" y="0"/>
                  </a:moveTo>
                  <a:lnTo>
                    <a:pt x="1090165" y="0"/>
                  </a:lnTo>
                  <a:cubicBezTo>
                    <a:pt x="1103830" y="0"/>
                    <a:pt x="1114909" y="11078"/>
                    <a:pt x="1114909" y="24744"/>
                  </a:cubicBezTo>
                  <a:lnTo>
                    <a:pt x="1114909" y="570875"/>
                  </a:lnTo>
                  <a:cubicBezTo>
                    <a:pt x="1114909" y="584540"/>
                    <a:pt x="1103830" y="595618"/>
                    <a:pt x="1090165" y="595618"/>
                  </a:cubicBezTo>
                  <a:lnTo>
                    <a:pt x="24744" y="595618"/>
                  </a:lnTo>
                  <a:cubicBezTo>
                    <a:pt x="11078" y="595618"/>
                    <a:pt x="0" y="584540"/>
                    <a:pt x="0" y="570875"/>
                  </a:cubicBezTo>
                  <a:lnTo>
                    <a:pt x="0" y="24744"/>
                  </a:lnTo>
                  <a:cubicBezTo>
                    <a:pt x="0" y="11078"/>
                    <a:pt x="11078" y="0"/>
                    <a:pt x="24744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2356" r="0" b="-12356"/>
              </a:stretch>
            </a:blipFill>
            <a:ln w="171450" cap="rnd">
              <a:solidFill>
                <a:srgbClr val="EA6E19"/>
              </a:soli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482456" y="2521871"/>
            <a:ext cx="7196386" cy="3844529"/>
            <a:chOff x="0" y="0"/>
            <a:chExt cx="1114909" cy="5956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4909" cy="595618"/>
            </a:xfrm>
            <a:custGeom>
              <a:avLst/>
              <a:gdLst/>
              <a:ahLst/>
              <a:cxnLst/>
              <a:rect r="r" b="b" t="t" l="l"/>
              <a:pathLst>
                <a:path h="595618" w="1114909">
                  <a:moveTo>
                    <a:pt x="24744" y="0"/>
                  </a:moveTo>
                  <a:lnTo>
                    <a:pt x="1090165" y="0"/>
                  </a:lnTo>
                  <a:cubicBezTo>
                    <a:pt x="1103830" y="0"/>
                    <a:pt x="1114909" y="11078"/>
                    <a:pt x="1114909" y="24744"/>
                  </a:cubicBezTo>
                  <a:lnTo>
                    <a:pt x="1114909" y="570875"/>
                  </a:lnTo>
                  <a:cubicBezTo>
                    <a:pt x="1114909" y="584540"/>
                    <a:pt x="1103830" y="595618"/>
                    <a:pt x="1090165" y="595618"/>
                  </a:cubicBezTo>
                  <a:lnTo>
                    <a:pt x="24744" y="595618"/>
                  </a:lnTo>
                  <a:cubicBezTo>
                    <a:pt x="11078" y="595618"/>
                    <a:pt x="0" y="584540"/>
                    <a:pt x="0" y="570875"/>
                  </a:cubicBezTo>
                  <a:lnTo>
                    <a:pt x="0" y="24744"/>
                  </a:lnTo>
                  <a:cubicBezTo>
                    <a:pt x="0" y="11078"/>
                    <a:pt x="11078" y="0"/>
                    <a:pt x="24744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2356" r="0" b="-12356"/>
              </a:stretch>
            </a:blipFill>
            <a:ln w="1714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-1543050" y="-1895009"/>
            <a:ext cx="3086100" cy="30861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543050" y="5330883"/>
            <a:ext cx="2471391" cy="627331"/>
          </a:xfrm>
          <a:custGeom>
            <a:avLst/>
            <a:gdLst/>
            <a:ahLst/>
            <a:cxnLst/>
            <a:rect r="r" b="b" t="t" l="l"/>
            <a:pathLst>
              <a:path h="627331" w="2471391">
                <a:moveTo>
                  <a:pt x="0" y="0"/>
                </a:moveTo>
                <a:lnTo>
                  <a:pt x="2471391" y="0"/>
                </a:lnTo>
                <a:lnTo>
                  <a:pt x="2471391" y="627330"/>
                </a:lnTo>
                <a:lnTo>
                  <a:pt x="0" y="627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80128" y="2521871"/>
            <a:ext cx="8897637" cy="2609403"/>
          </a:xfrm>
          <a:custGeom>
            <a:avLst/>
            <a:gdLst/>
            <a:ahLst/>
            <a:cxnLst/>
            <a:rect r="r" b="b" t="t" l="l"/>
            <a:pathLst>
              <a:path h="2609403" w="8897637">
                <a:moveTo>
                  <a:pt x="0" y="0"/>
                </a:moveTo>
                <a:lnTo>
                  <a:pt x="8897637" y="0"/>
                </a:lnTo>
                <a:lnTo>
                  <a:pt x="8897637" y="2609403"/>
                </a:lnTo>
                <a:lnTo>
                  <a:pt x="0" y="26094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023950" y="6868072"/>
            <a:ext cx="8978104" cy="3102960"/>
          </a:xfrm>
          <a:custGeom>
            <a:avLst/>
            <a:gdLst/>
            <a:ahLst/>
            <a:cxnLst/>
            <a:rect r="r" b="b" t="t" l="l"/>
            <a:pathLst>
              <a:path h="3102960" w="8978104">
                <a:moveTo>
                  <a:pt x="0" y="0"/>
                </a:moveTo>
                <a:lnTo>
                  <a:pt x="8978104" y="0"/>
                </a:lnTo>
                <a:lnTo>
                  <a:pt x="8978104" y="3102960"/>
                </a:lnTo>
                <a:lnTo>
                  <a:pt x="0" y="31029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6507" r="0" b="-14443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765738" y="630297"/>
            <a:ext cx="12793027" cy="720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56"/>
              </a:lnSpc>
              <a:spcBef>
                <a:spcPct val="0"/>
              </a:spcBef>
            </a:pPr>
            <a:r>
              <a:rPr lang="en-US" b="true" sz="42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-- Retrieve the total number of orders placed.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555" r="0" b="-9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59300" y="-1588573"/>
            <a:ext cx="1788844" cy="12826898"/>
            <a:chOff x="0" y="0"/>
            <a:chExt cx="471136" cy="33782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1136" cy="3378278"/>
            </a:xfrm>
            <a:custGeom>
              <a:avLst/>
              <a:gdLst/>
              <a:ahLst/>
              <a:cxnLst/>
              <a:rect r="r" b="b" t="t" l="l"/>
              <a:pathLst>
                <a:path h="3378278" w="471136">
                  <a:moveTo>
                    <a:pt x="0" y="0"/>
                  </a:moveTo>
                  <a:lnTo>
                    <a:pt x="471136" y="0"/>
                  </a:lnTo>
                  <a:lnTo>
                    <a:pt x="471136" y="3378278"/>
                  </a:lnTo>
                  <a:lnTo>
                    <a:pt x="0" y="3378278"/>
                  </a:ln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71136" cy="3425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07451" y="877426"/>
            <a:ext cx="2471391" cy="627331"/>
          </a:xfrm>
          <a:custGeom>
            <a:avLst/>
            <a:gdLst/>
            <a:ahLst/>
            <a:cxnLst/>
            <a:rect r="r" b="b" t="t" l="l"/>
            <a:pathLst>
              <a:path h="627331" w="2471391">
                <a:moveTo>
                  <a:pt x="0" y="0"/>
                </a:moveTo>
                <a:lnTo>
                  <a:pt x="2471391" y="0"/>
                </a:lnTo>
                <a:lnTo>
                  <a:pt x="2471391" y="627330"/>
                </a:lnTo>
                <a:lnTo>
                  <a:pt x="0" y="627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543050" y="-1895009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1543050" y="8630969"/>
            <a:ext cx="2471391" cy="627331"/>
          </a:xfrm>
          <a:custGeom>
            <a:avLst/>
            <a:gdLst/>
            <a:ahLst/>
            <a:cxnLst/>
            <a:rect r="r" b="b" t="t" l="l"/>
            <a:pathLst>
              <a:path h="627331" w="2471391">
                <a:moveTo>
                  <a:pt x="0" y="0"/>
                </a:moveTo>
                <a:lnTo>
                  <a:pt x="2471391" y="0"/>
                </a:lnTo>
                <a:lnTo>
                  <a:pt x="2471391" y="627331"/>
                </a:lnTo>
                <a:lnTo>
                  <a:pt x="0" y="6273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507929" y="1191091"/>
            <a:ext cx="5454657" cy="5250107"/>
          </a:xfrm>
          <a:custGeom>
            <a:avLst/>
            <a:gdLst/>
            <a:ahLst/>
            <a:cxnLst/>
            <a:rect r="r" b="b" t="t" l="l"/>
            <a:pathLst>
              <a:path h="5250107" w="5454657">
                <a:moveTo>
                  <a:pt x="0" y="0"/>
                </a:moveTo>
                <a:lnTo>
                  <a:pt x="5454657" y="0"/>
                </a:lnTo>
                <a:lnTo>
                  <a:pt x="5454657" y="5250107"/>
                </a:lnTo>
                <a:lnTo>
                  <a:pt x="0" y="52501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4007425" y="3793290"/>
            <a:ext cx="2647908" cy="264790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0" cap="sq">
              <a:solidFill>
                <a:srgbClr val="EA6E19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0" y="2289432"/>
            <a:ext cx="10247773" cy="4151766"/>
          </a:xfrm>
          <a:custGeom>
            <a:avLst/>
            <a:gdLst/>
            <a:ahLst/>
            <a:cxnLst/>
            <a:rect r="r" b="b" t="t" l="l"/>
            <a:pathLst>
              <a:path h="4151766" w="10247773">
                <a:moveTo>
                  <a:pt x="0" y="0"/>
                </a:moveTo>
                <a:lnTo>
                  <a:pt x="10247773" y="0"/>
                </a:lnTo>
                <a:lnTo>
                  <a:pt x="10247773" y="4151766"/>
                </a:lnTo>
                <a:lnTo>
                  <a:pt x="0" y="41517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700598" y="6969693"/>
            <a:ext cx="5487188" cy="3065833"/>
          </a:xfrm>
          <a:custGeom>
            <a:avLst/>
            <a:gdLst/>
            <a:ahLst/>
            <a:cxnLst/>
            <a:rect r="r" b="b" t="t" l="l"/>
            <a:pathLst>
              <a:path h="3065833" w="5487188">
                <a:moveTo>
                  <a:pt x="0" y="0"/>
                </a:moveTo>
                <a:lnTo>
                  <a:pt x="5487189" y="0"/>
                </a:lnTo>
                <a:lnTo>
                  <a:pt x="5487189" y="3065833"/>
                </a:lnTo>
                <a:lnTo>
                  <a:pt x="0" y="30658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279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4231552" y="4310476"/>
            <a:ext cx="2423780" cy="185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81"/>
              </a:lnSpc>
            </a:pPr>
            <a:r>
              <a:rPr lang="en-US" b="true" sz="7589" spc="-220">
                <a:solidFill>
                  <a:srgbClr val="341708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ORDER</a:t>
            </a:r>
          </a:p>
          <a:p>
            <a:pPr algn="ctr">
              <a:lnSpc>
                <a:spcPts val="6981"/>
              </a:lnSpc>
            </a:pPr>
            <a:r>
              <a:rPr lang="en-US" b="true" sz="7589" spc="-220">
                <a:solidFill>
                  <a:srgbClr val="341708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NOW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567605"/>
            <a:ext cx="12776835" cy="562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6"/>
              </a:lnSpc>
              <a:spcBef>
                <a:spcPct val="0"/>
              </a:spcBef>
            </a:pPr>
            <a:r>
              <a:rPr lang="en-US" b="true" sz="33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-- Calculate the total revenue generated from pizza sales.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555" r="0" b="-9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59300" y="-1588573"/>
            <a:ext cx="1788844" cy="12826898"/>
            <a:chOff x="0" y="0"/>
            <a:chExt cx="471136" cy="33782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1136" cy="3378278"/>
            </a:xfrm>
            <a:custGeom>
              <a:avLst/>
              <a:gdLst/>
              <a:ahLst/>
              <a:cxnLst/>
              <a:rect r="r" b="b" t="t" l="l"/>
              <a:pathLst>
                <a:path h="3378278" w="471136">
                  <a:moveTo>
                    <a:pt x="0" y="0"/>
                  </a:moveTo>
                  <a:lnTo>
                    <a:pt x="471136" y="0"/>
                  </a:lnTo>
                  <a:lnTo>
                    <a:pt x="471136" y="3378278"/>
                  </a:lnTo>
                  <a:lnTo>
                    <a:pt x="0" y="3378278"/>
                  </a:ln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71136" cy="3425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07451" y="877426"/>
            <a:ext cx="2471391" cy="627331"/>
          </a:xfrm>
          <a:custGeom>
            <a:avLst/>
            <a:gdLst/>
            <a:ahLst/>
            <a:cxnLst/>
            <a:rect r="r" b="b" t="t" l="l"/>
            <a:pathLst>
              <a:path h="627331" w="2471391">
                <a:moveTo>
                  <a:pt x="0" y="0"/>
                </a:moveTo>
                <a:lnTo>
                  <a:pt x="2471391" y="0"/>
                </a:lnTo>
                <a:lnTo>
                  <a:pt x="2471391" y="627330"/>
                </a:lnTo>
                <a:lnTo>
                  <a:pt x="0" y="627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543050" y="-1895009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207451" y="4611452"/>
            <a:ext cx="1865638" cy="186563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52400" cap="sq">
              <a:solidFill>
                <a:srgbClr val="EA6E19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794099" y="2349841"/>
            <a:ext cx="10666589" cy="3821905"/>
          </a:xfrm>
          <a:custGeom>
            <a:avLst/>
            <a:gdLst/>
            <a:ahLst/>
            <a:cxnLst/>
            <a:rect r="r" b="b" t="t" l="l"/>
            <a:pathLst>
              <a:path h="3821905" w="10666589">
                <a:moveTo>
                  <a:pt x="0" y="0"/>
                </a:moveTo>
                <a:lnTo>
                  <a:pt x="10666588" y="0"/>
                </a:lnTo>
                <a:lnTo>
                  <a:pt x="10666588" y="3821905"/>
                </a:lnTo>
                <a:lnTo>
                  <a:pt x="0" y="3821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106309" y="6690514"/>
            <a:ext cx="6966781" cy="3351586"/>
          </a:xfrm>
          <a:custGeom>
            <a:avLst/>
            <a:gdLst/>
            <a:ahLst/>
            <a:cxnLst/>
            <a:rect r="r" b="b" t="t" l="l"/>
            <a:pathLst>
              <a:path h="3351586" w="6966781">
                <a:moveTo>
                  <a:pt x="0" y="0"/>
                </a:moveTo>
                <a:lnTo>
                  <a:pt x="6966780" y="0"/>
                </a:lnTo>
                <a:lnTo>
                  <a:pt x="6966780" y="3351586"/>
                </a:lnTo>
                <a:lnTo>
                  <a:pt x="0" y="33515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432052" y="952500"/>
            <a:ext cx="9702284" cy="704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6"/>
              </a:lnSpc>
              <a:spcBef>
                <a:spcPct val="0"/>
              </a:spcBef>
            </a:pPr>
            <a:r>
              <a:rPr lang="en-US" b="true" sz="4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-- Identify the highest-priced pizza.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389940" y="5024866"/>
            <a:ext cx="1500661" cy="1153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2"/>
              </a:lnSpc>
            </a:pPr>
            <a:r>
              <a:rPr lang="en-US" b="true" sz="4698" spc="-136">
                <a:solidFill>
                  <a:srgbClr val="341708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ORDER</a:t>
            </a:r>
          </a:p>
          <a:p>
            <a:pPr algn="ctr">
              <a:lnSpc>
                <a:spcPts val="4322"/>
              </a:lnSpc>
            </a:pPr>
            <a:r>
              <a:rPr lang="en-US" b="true" sz="4698" spc="-136">
                <a:solidFill>
                  <a:srgbClr val="341708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NOW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955987" y="2327217"/>
            <a:ext cx="4806705" cy="3844529"/>
            <a:chOff x="0" y="0"/>
            <a:chExt cx="744684" cy="59561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44684" cy="595618"/>
            </a:xfrm>
            <a:custGeom>
              <a:avLst/>
              <a:gdLst/>
              <a:ahLst/>
              <a:cxnLst/>
              <a:rect r="r" b="b" t="t" l="l"/>
              <a:pathLst>
                <a:path h="595618" w="744684">
                  <a:moveTo>
                    <a:pt x="37045" y="0"/>
                  </a:moveTo>
                  <a:lnTo>
                    <a:pt x="707639" y="0"/>
                  </a:lnTo>
                  <a:cubicBezTo>
                    <a:pt x="717464" y="0"/>
                    <a:pt x="726887" y="3903"/>
                    <a:pt x="733834" y="10850"/>
                  </a:cubicBezTo>
                  <a:cubicBezTo>
                    <a:pt x="740781" y="17797"/>
                    <a:pt x="744684" y="27220"/>
                    <a:pt x="744684" y="37045"/>
                  </a:cubicBezTo>
                  <a:lnTo>
                    <a:pt x="744684" y="558573"/>
                  </a:lnTo>
                  <a:cubicBezTo>
                    <a:pt x="744684" y="579033"/>
                    <a:pt x="728099" y="595618"/>
                    <a:pt x="707639" y="595618"/>
                  </a:cubicBezTo>
                  <a:lnTo>
                    <a:pt x="37045" y="595618"/>
                  </a:lnTo>
                  <a:cubicBezTo>
                    <a:pt x="27220" y="595618"/>
                    <a:pt x="17797" y="591715"/>
                    <a:pt x="10850" y="584768"/>
                  </a:cubicBezTo>
                  <a:cubicBezTo>
                    <a:pt x="3903" y="577821"/>
                    <a:pt x="0" y="568398"/>
                    <a:pt x="0" y="558573"/>
                  </a:cubicBezTo>
                  <a:lnTo>
                    <a:pt x="0" y="37045"/>
                  </a:lnTo>
                  <a:cubicBezTo>
                    <a:pt x="0" y="27220"/>
                    <a:pt x="3903" y="17797"/>
                    <a:pt x="10850" y="10850"/>
                  </a:cubicBezTo>
                  <a:cubicBezTo>
                    <a:pt x="17797" y="3903"/>
                    <a:pt x="27220" y="0"/>
                    <a:pt x="37045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87657" r="0" b="0"/>
              </a:stretch>
            </a:blipFill>
            <a:ln w="171450" cap="rnd">
              <a:solidFill>
                <a:srgbClr val="EA6E19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555" r="0" b="-9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59300" y="-1588573"/>
            <a:ext cx="1788844" cy="12826898"/>
            <a:chOff x="0" y="0"/>
            <a:chExt cx="471136" cy="33782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1136" cy="3378278"/>
            </a:xfrm>
            <a:custGeom>
              <a:avLst/>
              <a:gdLst/>
              <a:ahLst/>
              <a:cxnLst/>
              <a:rect r="r" b="b" t="t" l="l"/>
              <a:pathLst>
                <a:path h="3378278" w="471136">
                  <a:moveTo>
                    <a:pt x="0" y="0"/>
                  </a:moveTo>
                  <a:lnTo>
                    <a:pt x="471136" y="0"/>
                  </a:lnTo>
                  <a:lnTo>
                    <a:pt x="471136" y="3378278"/>
                  </a:lnTo>
                  <a:lnTo>
                    <a:pt x="0" y="3378278"/>
                  </a:ln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71136" cy="3425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543050" y="-1895009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1543050" y="5330883"/>
            <a:ext cx="2471391" cy="627331"/>
          </a:xfrm>
          <a:custGeom>
            <a:avLst/>
            <a:gdLst/>
            <a:ahLst/>
            <a:cxnLst/>
            <a:rect r="r" b="b" t="t" l="l"/>
            <a:pathLst>
              <a:path h="627331" w="2471391">
                <a:moveTo>
                  <a:pt x="0" y="0"/>
                </a:moveTo>
                <a:lnTo>
                  <a:pt x="2471391" y="0"/>
                </a:lnTo>
                <a:lnTo>
                  <a:pt x="2471391" y="627330"/>
                </a:lnTo>
                <a:lnTo>
                  <a:pt x="0" y="627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727467" y="1399540"/>
            <a:ext cx="5152883" cy="4771820"/>
            <a:chOff x="0" y="0"/>
            <a:chExt cx="1314756" cy="12175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14756" cy="1217528"/>
            </a:xfrm>
            <a:custGeom>
              <a:avLst/>
              <a:gdLst/>
              <a:ahLst/>
              <a:cxnLst/>
              <a:rect r="r" b="b" t="t" l="l"/>
              <a:pathLst>
                <a:path h="1217528" w="1314756">
                  <a:moveTo>
                    <a:pt x="34556" y="0"/>
                  </a:moveTo>
                  <a:lnTo>
                    <a:pt x="1280199" y="0"/>
                  </a:lnTo>
                  <a:cubicBezTo>
                    <a:pt x="1289364" y="0"/>
                    <a:pt x="1298154" y="3641"/>
                    <a:pt x="1304634" y="10121"/>
                  </a:cubicBezTo>
                  <a:cubicBezTo>
                    <a:pt x="1311115" y="16602"/>
                    <a:pt x="1314756" y="25391"/>
                    <a:pt x="1314756" y="34556"/>
                  </a:cubicBezTo>
                  <a:lnTo>
                    <a:pt x="1314756" y="1182971"/>
                  </a:lnTo>
                  <a:cubicBezTo>
                    <a:pt x="1314756" y="1192136"/>
                    <a:pt x="1311115" y="1200926"/>
                    <a:pt x="1304634" y="1207406"/>
                  </a:cubicBezTo>
                  <a:cubicBezTo>
                    <a:pt x="1298154" y="1213887"/>
                    <a:pt x="1289364" y="1217528"/>
                    <a:pt x="1280199" y="1217528"/>
                  </a:cubicBezTo>
                  <a:lnTo>
                    <a:pt x="34556" y="1217528"/>
                  </a:lnTo>
                  <a:cubicBezTo>
                    <a:pt x="25391" y="1217528"/>
                    <a:pt x="16602" y="1213887"/>
                    <a:pt x="10121" y="1207406"/>
                  </a:cubicBezTo>
                  <a:cubicBezTo>
                    <a:pt x="3641" y="1200926"/>
                    <a:pt x="0" y="1192136"/>
                    <a:pt x="0" y="1182971"/>
                  </a:cubicBezTo>
                  <a:lnTo>
                    <a:pt x="0" y="34556"/>
                  </a:lnTo>
                  <a:cubicBezTo>
                    <a:pt x="0" y="25391"/>
                    <a:pt x="3641" y="16602"/>
                    <a:pt x="10121" y="10121"/>
                  </a:cubicBezTo>
                  <a:cubicBezTo>
                    <a:pt x="16602" y="3641"/>
                    <a:pt x="25391" y="0"/>
                    <a:pt x="34556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69" r="0" b="-61707"/>
              </a:stretch>
            </a:blipFill>
            <a:ln w="1714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5207451" y="3475627"/>
            <a:ext cx="2471391" cy="627331"/>
          </a:xfrm>
          <a:custGeom>
            <a:avLst/>
            <a:gdLst/>
            <a:ahLst/>
            <a:cxnLst/>
            <a:rect r="r" b="b" t="t" l="l"/>
            <a:pathLst>
              <a:path h="627331" w="2471391">
                <a:moveTo>
                  <a:pt x="0" y="0"/>
                </a:moveTo>
                <a:lnTo>
                  <a:pt x="2471391" y="0"/>
                </a:lnTo>
                <a:lnTo>
                  <a:pt x="2471391" y="627331"/>
                </a:lnTo>
                <a:lnTo>
                  <a:pt x="0" y="6273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80862" y="1399540"/>
            <a:ext cx="10565605" cy="4301839"/>
          </a:xfrm>
          <a:custGeom>
            <a:avLst/>
            <a:gdLst/>
            <a:ahLst/>
            <a:cxnLst/>
            <a:rect r="r" b="b" t="t" l="l"/>
            <a:pathLst>
              <a:path h="4301839" w="10565605">
                <a:moveTo>
                  <a:pt x="0" y="0"/>
                </a:moveTo>
                <a:lnTo>
                  <a:pt x="10565605" y="0"/>
                </a:lnTo>
                <a:lnTo>
                  <a:pt x="10565605" y="4301839"/>
                </a:lnTo>
                <a:lnTo>
                  <a:pt x="0" y="43018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423435" y="6309948"/>
            <a:ext cx="7456915" cy="3765913"/>
          </a:xfrm>
          <a:custGeom>
            <a:avLst/>
            <a:gdLst/>
            <a:ahLst/>
            <a:cxnLst/>
            <a:rect r="r" b="b" t="t" l="l"/>
            <a:pathLst>
              <a:path h="3765913" w="7456915">
                <a:moveTo>
                  <a:pt x="0" y="0"/>
                </a:moveTo>
                <a:lnTo>
                  <a:pt x="7456915" y="0"/>
                </a:lnTo>
                <a:lnTo>
                  <a:pt x="7456915" y="3765912"/>
                </a:lnTo>
                <a:lnTo>
                  <a:pt x="0" y="37659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20326" b="-20928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17812" y="188843"/>
            <a:ext cx="12586097" cy="671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6"/>
              </a:lnSpc>
              <a:spcBef>
                <a:spcPct val="0"/>
              </a:spcBef>
            </a:pPr>
            <a:r>
              <a:rPr lang="en-US" b="true" sz="39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-- Identify the most common pizza size ordered.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555" r="0" b="-9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59300" y="-1588573"/>
            <a:ext cx="1788844" cy="12826898"/>
            <a:chOff x="0" y="0"/>
            <a:chExt cx="471136" cy="33782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1136" cy="3378278"/>
            </a:xfrm>
            <a:custGeom>
              <a:avLst/>
              <a:gdLst/>
              <a:ahLst/>
              <a:cxnLst/>
              <a:rect r="r" b="b" t="t" l="l"/>
              <a:pathLst>
                <a:path h="3378278" w="471136">
                  <a:moveTo>
                    <a:pt x="0" y="0"/>
                  </a:moveTo>
                  <a:lnTo>
                    <a:pt x="471136" y="0"/>
                  </a:lnTo>
                  <a:lnTo>
                    <a:pt x="471136" y="3378278"/>
                  </a:lnTo>
                  <a:lnTo>
                    <a:pt x="0" y="3378278"/>
                  </a:ln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71136" cy="3425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511877" y="1354841"/>
            <a:ext cx="2160147" cy="548326"/>
          </a:xfrm>
          <a:custGeom>
            <a:avLst/>
            <a:gdLst/>
            <a:ahLst/>
            <a:cxnLst/>
            <a:rect r="r" b="b" t="t" l="l"/>
            <a:pathLst>
              <a:path h="548326" w="2160147">
                <a:moveTo>
                  <a:pt x="0" y="0"/>
                </a:moveTo>
                <a:lnTo>
                  <a:pt x="2160147" y="0"/>
                </a:lnTo>
                <a:lnTo>
                  <a:pt x="2160147" y="548325"/>
                </a:lnTo>
                <a:lnTo>
                  <a:pt x="0" y="5483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543050" y="-1895009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782415" y="1979366"/>
            <a:ext cx="4809535" cy="4884677"/>
            <a:chOff x="0" y="0"/>
            <a:chExt cx="586456" cy="5956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86456" cy="595618"/>
            </a:xfrm>
            <a:custGeom>
              <a:avLst/>
              <a:gdLst/>
              <a:ahLst/>
              <a:cxnLst/>
              <a:rect r="r" b="b" t="t" l="l"/>
              <a:pathLst>
                <a:path h="595618" w="586456">
                  <a:moveTo>
                    <a:pt x="37023" y="0"/>
                  </a:moveTo>
                  <a:lnTo>
                    <a:pt x="549433" y="0"/>
                  </a:lnTo>
                  <a:cubicBezTo>
                    <a:pt x="569880" y="0"/>
                    <a:pt x="586456" y="16576"/>
                    <a:pt x="586456" y="37023"/>
                  </a:cubicBezTo>
                  <a:lnTo>
                    <a:pt x="586456" y="558595"/>
                  </a:lnTo>
                  <a:cubicBezTo>
                    <a:pt x="586456" y="579042"/>
                    <a:pt x="569880" y="595618"/>
                    <a:pt x="549433" y="595618"/>
                  </a:cubicBezTo>
                  <a:lnTo>
                    <a:pt x="37023" y="595618"/>
                  </a:lnTo>
                  <a:cubicBezTo>
                    <a:pt x="16576" y="595618"/>
                    <a:pt x="0" y="579042"/>
                    <a:pt x="0" y="558595"/>
                  </a:cubicBezTo>
                  <a:lnTo>
                    <a:pt x="0" y="37023"/>
                  </a:lnTo>
                  <a:cubicBezTo>
                    <a:pt x="0" y="16576"/>
                    <a:pt x="16576" y="0"/>
                    <a:pt x="37023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4319" r="0" b="-26962"/>
              </a:stretch>
            </a:blipFill>
            <a:ln w="171450" cap="rnd">
              <a:solidFill>
                <a:srgbClr val="EA6E19"/>
              </a:solidFill>
              <a:prstDash val="solid"/>
              <a:round/>
            </a:ln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316474" y="1903166"/>
            <a:ext cx="9649848" cy="4913687"/>
          </a:xfrm>
          <a:custGeom>
            <a:avLst/>
            <a:gdLst/>
            <a:ahLst/>
            <a:cxnLst/>
            <a:rect r="r" b="b" t="t" l="l"/>
            <a:pathLst>
              <a:path h="4913687" w="9649848">
                <a:moveTo>
                  <a:pt x="0" y="0"/>
                </a:moveTo>
                <a:lnTo>
                  <a:pt x="9649848" y="0"/>
                </a:lnTo>
                <a:lnTo>
                  <a:pt x="9649848" y="4913687"/>
                </a:lnTo>
                <a:lnTo>
                  <a:pt x="0" y="49136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105" b="-7383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261959" y="6940243"/>
            <a:ext cx="8329992" cy="3143397"/>
          </a:xfrm>
          <a:custGeom>
            <a:avLst/>
            <a:gdLst/>
            <a:ahLst/>
            <a:cxnLst/>
            <a:rect r="r" b="b" t="t" l="l"/>
            <a:pathLst>
              <a:path h="3143397" w="8329992">
                <a:moveTo>
                  <a:pt x="0" y="0"/>
                </a:moveTo>
                <a:lnTo>
                  <a:pt x="8329992" y="0"/>
                </a:lnTo>
                <a:lnTo>
                  <a:pt x="8329992" y="3143398"/>
                </a:lnTo>
                <a:lnTo>
                  <a:pt x="0" y="31433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3453" r="-15116" b="-9505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69202" y="718879"/>
            <a:ext cx="15322748" cy="562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6"/>
              </a:lnSpc>
              <a:spcBef>
                <a:spcPct val="0"/>
              </a:spcBef>
            </a:pPr>
            <a:r>
              <a:rPr lang="en-US" b="true" sz="33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-- List the top 5 most ordered pizza types along with their quantities.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555" r="0" b="-9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59300" y="-1588573"/>
            <a:ext cx="1788844" cy="12826898"/>
            <a:chOff x="0" y="0"/>
            <a:chExt cx="471136" cy="33782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1136" cy="3378278"/>
            </a:xfrm>
            <a:custGeom>
              <a:avLst/>
              <a:gdLst/>
              <a:ahLst/>
              <a:cxnLst/>
              <a:rect r="r" b="b" t="t" l="l"/>
              <a:pathLst>
                <a:path h="3378278" w="471136">
                  <a:moveTo>
                    <a:pt x="0" y="0"/>
                  </a:moveTo>
                  <a:lnTo>
                    <a:pt x="471136" y="0"/>
                  </a:lnTo>
                  <a:lnTo>
                    <a:pt x="471136" y="3378278"/>
                  </a:lnTo>
                  <a:lnTo>
                    <a:pt x="0" y="3378278"/>
                  </a:ln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71136" cy="3425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07451" y="877426"/>
            <a:ext cx="2471391" cy="627331"/>
          </a:xfrm>
          <a:custGeom>
            <a:avLst/>
            <a:gdLst/>
            <a:ahLst/>
            <a:cxnLst/>
            <a:rect r="r" b="b" t="t" l="l"/>
            <a:pathLst>
              <a:path h="627331" w="2471391">
                <a:moveTo>
                  <a:pt x="0" y="0"/>
                </a:moveTo>
                <a:lnTo>
                  <a:pt x="2471391" y="0"/>
                </a:lnTo>
                <a:lnTo>
                  <a:pt x="2471391" y="627330"/>
                </a:lnTo>
                <a:lnTo>
                  <a:pt x="0" y="627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543050" y="-1895009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1543050" y="8630969"/>
            <a:ext cx="2471391" cy="627331"/>
          </a:xfrm>
          <a:custGeom>
            <a:avLst/>
            <a:gdLst/>
            <a:ahLst/>
            <a:cxnLst/>
            <a:rect r="r" b="b" t="t" l="l"/>
            <a:pathLst>
              <a:path h="627331" w="2471391">
                <a:moveTo>
                  <a:pt x="0" y="0"/>
                </a:moveTo>
                <a:lnTo>
                  <a:pt x="2471391" y="0"/>
                </a:lnTo>
                <a:lnTo>
                  <a:pt x="2471391" y="627331"/>
                </a:lnTo>
                <a:lnTo>
                  <a:pt x="0" y="6273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382417" y="1770182"/>
            <a:ext cx="5060730" cy="4700153"/>
          </a:xfrm>
          <a:custGeom>
            <a:avLst/>
            <a:gdLst/>
            <a:ahLst/>
            <a:cxnLst/>
            <a:rect r="r" b="b" t="t" l="l"/>
            <a:pathLst>
              <a:path h="4700153" w="5060730">
                <a:moveTo>
                  <a:pt x="0" y="0"/>
                </a:moveTo>
                <a:lnTo>
                  <a:pt x="5060730" y="0"/>
                </a:lnTo>
                <a:lnTo>
                  <a:pt x="5060730" y="4700153"/>
                </a:lnTo>
                <a:lnTo>
                  <a:pt x="0" y="47001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35207" y="1770182"/>
            <a:ext cx="10489239" cy="5568362"/>
          </a:xfrm>
          <a:custGeom>
            <a:avLst/>
            <a:gdLst/>
            <a:ahLst/>
            <a:cxnLst/>
            <a:rect r="r" b="b" t="t" l="l"/>
            <a:pathLst>
              <a:path h="5568362" w="10489239">
                <a:moveTo>
                  <a:pt x="0" y="0"/>
                </a:moveTo>
                <a:lnTo>
                  <a:pt x="10489239" y="0"/>
                </a:lnTo>
                <a:lnTo>
                  <a:pt x="10489239" y="5568361"/>
                </a:lnTo>
                <a:lnTo>
                  <a:pt x="0" y="55683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412784" y="6470335"/>
            <a:ext cx="6634585" cy="3696210"/>
          </a:xfrm>
          <a:custGeom>
            <a:avLst/>
            <a:gdLst/>
            <a:ahLst/>
            <a:cxnLst/>
            <a:rect r="r" b="b" t="t" l="l"/>
            <a:pathLst>
              <a:path h="3696210" w="6634585">
                <a:moveTo>
                  <a:pt x="0" y="0"/>
                </a:moveTo>
                <a:lnTo>
                  <a:pt x="6634585" y="0"/>
                </a:lnTo>
                <a:lnTo>
                  <a:pt x="6634585" y="3696210"/>
                </a:lnTo>
                <a:lnTo>
                  <a:pt x="0" y="36962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44392" b="-13069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66473" y="396299"/>
            <a:ext cx="12817555" cy="1198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6"/>
              </a:lnSpc>
              <a:spcBef>
                <a:spcPct val="0"/>
              </a:spcBef>
            </a:pPr>
            <a:r>
              <a:rPr lang="en-US" b="true" sz="34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-- Join the necessary tables to find the total quantity of </a:t>
            </a:r>
          </a:p>
          <a:p>
            <a:pPr algn="ctr">
              <a:lnSpc>
                <a:spcPts val="4836"/>
              </a:lnSpc>
              <a:spcBef>
                <a:spcPct val="0"/>
              </a:spcBef>
            </a:pPr>
            <a:r>
              <a:rPr lang="en-US" b="true" sz="34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each pizza category ordered.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555" r="0" b="-9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59300" y="-1588573"/>
            <a:ext cx="1788844" cy="12826898"/>
            <a:chOff x="0" y="0"/>
            <a:chExt cx="471136" cy="33782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1136" cy="3378278"/>
            </a:xfrm>
            <a:custGeom>
              <a:avLst/>
              <a:gdLst/>
              <a:ahLst/>
              <a:cxnLst/>
              <a:rect r="r" b="b" t="t" l="l"/>
              <a:pathLst>
                <a:path h="3378278" w="471136">
                  <a:moveTo>
                    <a:pt x="0" y="0"/>
                  </a:moveTo>
                  <a:lnTo>
                    <a:pt x="471136" y="0"/>
                  </a:lnTo>
                  <a:lnTo>
                    <a:pt x="471136" y="3378278"/>
                  </a:lnTo>
                  <a:lnTo>
                    <a:pt x="0" y="3378278"/>
                  </a:ln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71136" cy="3425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07451" y="877426"/>
            <a:ext cx="2471391" cy="627331"/>
          </a:xfrm>
          <a:custGeom>
            <a:avLst/>
            <a:gdLst/>
            <a:ahLst/>
            <a:cxnLst/>
            <a:rect r="r" b="b" t="t" l="l"/>
            <a:pathLst>
              <a:path h="627331" w="2471391">
                <a:moveTo>
                  <a:pt x="0" y="0"/>
                </a:moveTo>
                <a:lnTo>
                  <a:pt x="2471391" y="0"/>
                </a:lnTo>
                <a:lnTo>
                  <a:pt x="2471391" y="627330"/>
                </a:lnTo>
                <a:lnTo>
                  <a:pt x="0" y="627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543050" y="-1895009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1543050" y="8630969"/>
            <a:ext cx="2471391" cy="627331"/>
          </a:xfrm>
          <a:custGeom>
            <a:avLst/>
            <a:gdLst/>
            <a:ahLst/>
            <a:cxnLst/>
            <a:rect r="r" b="b" t="t" l="l"/>
            <a:pathLst>
              <a:path h="627331" w="2471391">
                <a:moveTo>
                  <a:pt x="0" y="0"/>
                </a:moveTo>
                <a:lnTo>
                  <a:pt x="2471391" y="0"/>
                </a:lnTo>
                <a:lnTo>
                  <a:pt x="2471391" y="627331"/>
                </a:lnTo>
                <a:lnTo>
                  <a:pt x="0" y="6273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067380" y="1672133"/>
            <a:ext cx="5998051" cy="3020140"/>
            <a:chOff x="0" y="0"/>
            <a:chExt cx="2145188" cy="10801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45188" cy="1080145"/>
            </a:xfrm>
            <a:custGeom>
              <a:avLst/>
              <a:gdLst/>
              <a:ahLst/>
              <a:cxnLst/>
              <a:rect r="r" b="b" t="t" l="l"/>
              <a:pathLst>
                <a:path h="1080145" w="2145188">
                  <a:moveTo>
                    <a:pt x="29687" y="0"/>
                  </a:moveTo>
                  <a:lnTo>
                    <a:pt x="2115501" y="0"/>
                  </a:lnTo>
                  <a:cubicBezTo>
                    <a:pt x="2123374" y="0"/>
                    <a:pt x="2130926" y="3128"/>
                    <a:pt x="2136493" y="8695"/>
                  </a:cubicBezTo>
                  <a:cubicBezTo>
                    <a:pt x="2142060" y="14263"/>
                    <a:pt x="2145188" y="21814"/>
                    <a:pt x="2145188" y="29687"/>
                  </a:cubicBezTo>
                  <a:lnTo>
                    <a:pt x="2145188" y="1050458"/>
                  </a:lnTo>
                  <a:cubicBezTo>
                    <a:pt x="2145188" y="1058332"/>
                    <a:pt x="2142060" y="1065883"/>
                    <a:pt x="2136493" y="1071450"/>
                  </a:cubicBezTo>
                  <a:cubicBezTo>
                    <a:pt x="2130926" y="1077018"/>
                    <a:pt x="2123374" y="1080145"/>
                    <a:pt x="2115501" y="1080145"/>
                  </a:cubicBezTo>
                  <a:lnTo>
                    <a:pt x="29687" y="1080145"/>
                  </a:lnTo>
                  <a:cubicBezTo>
                    <a:pt x="13291" y="1080145"/>
                    <a:pt x="0" y="1066854"/>
                    <a:pt x="0" y="1050458"/>
                  </a:cubicBezTo>
                  <a:lnTo>
                    <a:pt x="0" y="29687"/>
                  </a:lnTo>
                  <a:cubicBezTo>
                    <a:pt x="0" y="13291"/>
                    <a:pt x="13291" y="0"/>
                    <a:pt x="29687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6159" r="0" b="-16159"/>
              </a:stretch>
            </a:blipFill>
            <a:ln w="171450" cap="rnd">
              <a:solidFill>
                <a:srgbClr val="EA6E19"/>
              </a:solidFill>
              <a:prstDash val="solid"/>
              <a:round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28341" y="2136024"/>
            <a:ext cx="9945171" cy="3941404"/>
          </a:xfrm>
          <a:custGeom>
            <a:avLst/>
            <a:gdLst/>
            <a:ahLst/>
            <a:cxnLst/>
            <a:rect r="r" b="b" t="t" l="l"/>
            <a:pathLst>
              <a:path h="3941404" w="9945171">
                <a:moveTo>
                  <a:pt x="0" y="0"/>
                </a:moveTo>
                <a:lnTo>
                  <a:pt x="9945171" y="0"/>
                </a:lnTo>
                <a:lnTo>
                  <a:pt x="9945171" y="3941404"/>
                </a:lnTo>
                <a:lnTo>
                  <a:pt x="0" y="39414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124020" y="4824876"/>
            <a:ext cx="3494868" cy="5487007"/>
          </a:xfrm>
          <a:custGeom>
            <a:avLst/>
            <a:gdLst/>
            <a:ahLst/>
            <a:cxnLst/>
            <a:rect r="r" b="b" t="t" l="l"/>
            <a:pathLst>
              <a:path h="5487007" w="3494868">
                <a:moveTo>
                  <a:pt x="0" y="0"/>
                </a:moveTo>
                <a:lnTo>
                  <a:pt x="3494869" y="0"/>
                </a:lnTo>
                <a:lnTo>
                  <a:pt x="3494869" y="5487007"/>
                </a:lnTo>
                <a:lnTo>
                  <a:pt x="0" y="54870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618" r="0" b="-618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02474" y="701099"/>
            <a:ext cx="13545553" cy="588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6"/>
              </a:lnSpc>
              <a:spcBef>
                <a:spcPct val="0"/>
              </a:spcBef>
            </a:pPr>
            <a:r>
              <a:rPr lang="en-US" b="true" sz="34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-- Determine the distribution of orders by hour of the day.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555" r="0" b="-9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59300" y="-1588573"/>
            <a:ext cx="1788844" cy="12826898"/>
            <a:chOff x="0" y="0"/>
            <a:chExt cx="471136" cy="33782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1136" cy="3378278"/>
            </a:xfrm>
            <a:custGeom>
              <a:avLst/>
              <a:gdLst/>
              <a:ahLst/>
              <a:cxnLst/>
              <a:rect r="r" b="b" t="t" l="l"/>
              <a:pathLst>
                <a:path h="3378278" w="471136">
                  <a:moveTo>
                    <a:pt x="0" y="0"/>
                  </a:moveTo>
                  <a:lnTo>
                    <a:pt x="471136" y="0"/>
                  </a:lnTo>
                  <a:lnTo>
                    <a:pt x="471136" y="3378278"/>
                  </a:lnTo>
                  <a:lnTo>
                    <a:pt x="0" y="3378278"/>
                  </a:ln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71136" cy="3425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543050" y="-1895009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280761" y="3035806"/>
            <a:ext cx="2471391" cy="627331"/>
          </a:xfrm>
          <a:custGeom>
            <a:avLst/>
            <a:gdLst/>
            <a:ahLst/>
            <a:cxnLst/>
            <a:rect r="r" b="b" t="t" l="l"/>
            <a:pathLst>
              <a:path h="627331" w="2471391">
                <a:moveTo>
                  <a:pt x="0" y="0"/>
                </a:moveTo>
                <a:lnTo>
                  <a:pt x="2471391" y="0"/>
                </a:lnTo>
                <a:lnTo>
                  <a:pt x="2471391" y="627331"/>
                </a:lnTo>
                <a:lnTo>
                  <a:pt x="0" y="6273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752650" y="9258300"/>
            <a:ext cx="2471391" cy="627331"/>
          </a:xfrm>
          <a:custGeom>
            <a:avLst/>
            <a:gdLst/>
            <a:ahLst/>
            <a:cxnLst/>
            <a:rect r="r" b="b" t="t" l="l"/>
            <a:pathLst>
              <a:path h="627331" w="2471391">
                <a:moveTo>
                  <a:pt x="0" y="0"/>
                </a:moveTo>
                <a:lnTo>
                  <a:pt x="2471391" y="0"/>
                </a:lnTo>
                <a:lnTo>
                  <a:pt x="2471391" y="627331"/>
                </a:lnTo>
                <a:lnTo>
                  <a:pt x="0" y="6273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50669" y="2270111"/>
            <a:ext cx="10255900" cy="1393026"/>
          </a:xfrm>
          <a:custGeom>
            <a:avLst/>
            <a:gdLst/>
            <a:ahLst/>
            <a:cxnLst/>
            <a:rect r="r" b="b" t="t" l="l"/>
            <a:pathLst>
              <a:path h="1393026" w="10255900">
                <a:moveTo>
                  <a:pt x="0" y="0"/>
                </a:moveTo>
                <a:lnTo>
                  <a:pt x="10255900" y="0"/>
                </a:lnTo>
                <a:lnTo>
                  <a:pt x="10255900" y="1393026"/>
                </a:lnTo>
                <a:lnTo>
                  <a:pt x="0" y="13930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019909" y="5982743"/>
            <a:ext cx="9626455" cy="4083951"/>
          </a:xfrm>
          <a:custGeom>
            <a:avLst/>
            <a:gdLst/>
            <a:ahLst/>
            <a:cxnLst/>
            <a:rect r="r" b="b" t="t" l="l"/>
            <a:pathLst>
              <a:path h="4083951" w="9626455">
                <a:moveTo>
                  <a:pt x="0" y="0"/>
                </a:moveTo>
                <a:lnTo>
                  <a:pt x="9626456" y="0"/>
                </a:lnTo>
                <a:lnTo>
                  <a:pt x="9626456" y="4083951"/>
                </a:lnTo>
                <a:lnTo>
                  <a:pt x="0" y="40839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088059" y="506214"/>
            <a:ext cx="14111883" cy="522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6"/>
              </a:lnSpc>
              <a:spcBef>
                <a:spcPct val="0"/>
              </a:spcBef>
            </a:pPr>
            <a:r>
              <a:rPr lang="en-US" b="true" sz="30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-- Join relevant tables to find the category-wise distribution of pizzas.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166320" y="1740872"/>
            <a:ext cx="4806705" cy="3844529"/>
            <a:chOff x="0" y="0"/>
            <a:chExt cx="744684" cy="5956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4684" cy="595618"/>
            </a:xfrm>
            <a:custGeom>
              <a:avLst/>
              <a:gdLst/>
              <a:ahLst/>
              <a:cxnLst/>
              <a:rect r="r" b="b" t="t" l="l"/>
              <a:pathLst>
                <a:path h="595618" w="744684">
                  <a:moveTo>
                    <a:pt x="37045" y="0"/>
                  </a:moveTo>
                  <a:lnTo>
                    <a:pt x="707639" y="0"/>
                  </a:lnTo>
                  <a:cubicBezTo>
                    <a:pt x="717464" y="0"/>
                    <a:pt x="726887" y="3903"/>
                    <a:pt x="733834" y="10850"/>
                  </a:cubicBezTo>
                  <a:cubicBezTo>
                    <a:pt x="740781" y="17797"/>
                    <a:pt x="744684" y="27220"/>
                    <a:pt x="744684" y="37045"/>
                  </a:cubicBezTo>
                  <a:lnTo>
                    <a:pt x="744684" y="558573"/>
                  </a:lnTo>
                  <a:cubicBezTo>
                    <a:pt x="744684" y="579033"/>
                    <a:pt x="728099" y="595618"/>
                    <a:pt x="707639" y="595618"/>
                  </a:cubicBezTo>
                  <a:lnTo>
                    <a:pt x="37045" y="595618"/>
                  </a:lnTo>
                  <a:cubicBezTo>
                    <a:pt x="27220" y="595618"/>
                    <a:pt x="17797" y="591715"/>
                    <a:pt x="10850" y="584768"/>
                  </a:cubicBezTo>
                  <a:cubicBezTo>
                    <a:pt x="3903" y="577821"/>
                    <a:pt x="0" y="568398"/>
                    <a:pt x="0" y="558573"/>
                  </a:cubicBezTo>
                  <a:lnTo>
                    <a:pt x="0" y="37045"/>
                  </a:lnTo>
                  <a:cubicBezTo>
                    <a:pt x="0" y="27220"/>
                    <a:pt x="3903" y="17797"/>
                    <a:pt x="10850" y="10850"/>
                  </a:cubicBezTo>
                  <a:cubicBezTo>
                    <a:pt x="17797" y="3903"/>
                    <a:pt x="27220" y="0"/>
                    <a:pt x="37045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87657" r="0" b="0"/>
              </a:stretch>
            </a:blipFill>
            <a:ln w="171450" cap="rnd">
              <a:solidFill>
                <a:srgbClr val="EA6E19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555" r="0" b="-9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59300" y="-1588573"/>
            <a:ext cx="1788844" cy="12826898"/>
            <a:chOff x="0" y="0"/>
            <a:chExt cx="471136" cy="33782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1136" cy="3378278"/>
            </a:xfrm>
            <a:custGeom>
              <a:avLst/>
              <a:gdLst/>
              <a:ahLst/>
              <a:cxnLst/>
              <a:rect r="r" b="b" t="t" l="l"/>
              <a:pathLst>
                <a:path h="3378278" w="471136">
                  <a:moveTo>
                    <a:pt x="0" y="0"/>
                  </a:moveTo>
                  <a:lnTo>
                    <a:pt x="471136" y="0"/>
                  </a:lnTo>
                  <a:lnTo>
                    <a:pt x="471136" y="3378278"/>
                  </a:lnTo>
                  <a:lnTo>
                    <a:pt x="0" y="3378278"/>
                  </a:ln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71136" cy="3425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07451" y="877426"/>
            <a:ext cx="2471391" cy="627331"/>
          </a:xfrm>
          <a:custGeom>
            <a:avLst/>
            <a:gdLst/>
            <a:ahLst/>
            <a:cxnLst/>
            <a:rect r="r" b="b" t="t" l="l"/>
            <a:pathLst>
              <a:path h="627331" w="2471391">
                <a:moveTo>
                  <a:pt x="0" y="0"/>
                </a:moveTo>
                <a:lnTo>
                  <a:pt x="2471391" y="0"/>
                </a:lnTo>
                <a:lnTo>
                  <a:pt x="2471391" y="627330"/>
                </a:lnTo>
                <a:lnTo>
                  <a:pt x="0" y="627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543050" y="-1895009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1543050" y="8630969"/>
            <a:ext cx="2471391" cy="627331"/>
          </a:xfrm>
          <a:custGeom>
            <a:avLst/>
            <a:gdLst/>
            <a:ahLst/>
            <a:cxnLst/>
            <a:rect r="r" b="b" t="t" l="l"/>
            <a:pathLst>
              <a:path h="627331" w="2471391">
                <a:moveTo>
                  <a:pt x="0" y="0"/>
                </a:moveTo>
                <a:lnTo>
                  <a:pt x="2471391" y="0"/>
                </a:lnTo>
                <a:lnTo>
                  <a:pt x="2471391" y="627331"/>
                </a:lnTo>
                <a:lnTo>
                  <a:pt x="0" y="6273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382417" y="1770182"/>
            <a:ext cx="5060730" cy="4700153"/>
          </a:xfrm>
          <a:custGeom>
            <a:avLst/>
            <a:gdLst/>
            <a:ahLst/>
            <a:cxnLst/>
            <a:rect r="r" b="b" t="t" l="l"/>
            <a:pathLst>
              <a:path h="4700153" w="5060730">
                <a:moveTo>
                  <a:pt x="0" y="0"/>
                </a:moveTo>
                <a:lnTo>
                  <a:pt x="5060730" y="0"/>
                </a:lnTo>
                <a:lnTo>
                  <a:pt x="5060730" y="4700153"/>
                </a:lnTo>
                <a:lnTo>
                  <a:pt x="0" y="47001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88430" y="2395563"/>
            <a:ext cx="10793987" cy="4074772"/>
          </a:xfrm>
          <a:custGeom>
            <a:avLst/>
            <a:gdLst/>
            <a:ahLst/>
            <a:cxnLst/>
            <a:rect r="r" b="b" t="t" l="l"/>
            <a:pathLst>
              <a:path h="4074772" w="10793987">
                <a:moveTo>
                  <a:pt x="0" y="0"/>
                </a:moveTo>
                <a:lnTo>
                  <a:pt x="10793987" y="0"/>
                </a:lnTo>
                <a:lnTo>
                  <a:pt x="10793987" y="4074772"/>
                </a:lnTo>
                <a:lnTo>
                  <a:pt x="0" y="40747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998291" y="6737035"/>
            <a:ext cx="7869809" cy="3364416"/>
          </a:xfrm>
          <a:custGeom>
            <a:avLst/>
            <a:gdLst/>
            <a:ahLst/>
            <a:cxnLst/>
            <a:rect r="r" b="b" t="t" l="l"/>
            <a:pathLst>
              <a:path h="3364416" w="7869809">
                <a:moveTo>
                  <a:pt x="0" y="0"/>
                </a:moveTo>
                <a:lnTo>
                  <a:pt x="7869808" y="0"/>
                </a:lnTo>
                <a:lnTo>
                  <a:pt x="7869808" y="3364416"/>
                </a:lnTo>
                <a:lnTo>
                  <a:pt x="0" y="33644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81350" y="820276"/>
            <a:ext cx="14526102" cy="115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6"/>
              </a:lnSpc>
              <a:spcBef>
                <a:spcPct val="0"/>
              </a:spcBef>
            </a:pPr>
            <a:r>
              <a:rPr lang="en-US" b="true" sz="33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-- Group the orders by date and calculate the average number of </a:t>
            </a:r>
          </a:p>
          <a:p>
            <a:pPr algn="ctr">
              <a:lnSpc>
                <a:spcPts val="4696"/>
              </a:lnSpc>
              <a:spcBef>
                <a:spcPct val="0"/>
              </a:spcBef>
            </a:pPr>
            <a:r>
              <a:rPr lang="en-US" b="true" sz="33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pizzas ordered per day.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555" r="0" b="-9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59300" y="-1588573"/>
            <a:ext cx="1788844" cy="12826898"/>
            <a:chOff x="0" y="0"/>
            <a:chExt cx="471136" cy="33782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1136" cy="3378278"/>
            </a:xfrm>
            <a:custGeom>
              <a:avLst/>
              <a:gdLst/>
              <a:ahLst/>
              <a:cxnLst/>
              <a:rect r="r" b="b" t="t" l="l"/>
              <a:pathLst>
                <a:path h="3378278" w="471136">
                  <a:moveTo>
                    <a:pt x="0" y="0"/>
                  </a:moveTo>
                  <a:lnTo>
                    <a:pt x="471136" y="0"/>
                  </a:lnTo>
                  <a:lnTo>
                    <a:pt x="471136" y="3378278"/>
                  </a:lnTo>
                  <a:lnTo>
                    <a:pt x="0" y="3378278"/>
                  </a:ln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71136" cy="3425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07451" y="877426"/>
            <a:ext cx="2471391" cy="627331"/>
          </a:xfrm>
          <a:custGeom>
            <a:avLst/>
            <a:gdLst/>
            <a:ahLst/>
            <a:cxnLst/>
            <a:rect r="r" b="b" t="t" l="l"/>
            <a:pathLst>
              <a:path h="627331" w="2471391">
                <a:moveTo>
                  <a:pt x="0" y="0"/>
                </a:moveTo>
                <a:lnTo>
                  <a:pt x="2471391" y="0"/>
                </a:lnTo>
                <a:lnTo>
                  <a:pt x="2471391" y="627330"/>
                </a:lnTo>
                <a:lnTo>
                  <a:pt x="0" y="627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543050" y="-1895009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1543050" y="8630969"/>
            <a:ext cx="2471391" cy="627331"/>
          </a:xfrm>
          <a:custGeom>
            <a:avLst/>
            <a:gdLst/>
            <a:ahLst/>
            <a:cxnLst/>
            <a:rect r="r" b="b" t="t" l="l"/>
            <a:pathLst>
              <a:path h="627331" w="2471391">
                <a:moveTo>
                  <a:pt x="0" y="0"/>
                </a:moveTo>
                <a:lnTo>
                  <a:pt x="2471391" y="0"/>
                </a:lnTo>
                <a:lnTo>
                  <a:pt x="2471391" y="627331"/>
                </a:lnTo>
                <a:lnTo>
                  <a:pt x="0" y="6273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988490" y="1168237"/>
            <a:ext cx="5454657" cy="5250107"/>
          </a:xfrm>
          <a:custGeom>
            <a:avLst/>
            <a:gdLst/>
            <a:ahLst/>
            <a:cxnLst/>
            <a:rect r="r" b="b" t="t" l="l"/>
            <a:pathLst>
              <a:path h="5250107" w="5454657">
                <a:moveTo>
                  <a:pt x="0" y="0"/>
                </a:moveTo>
                <a:lnTo>
                  <a:pt x="5454657" y="0"/>
                </a:lnTo>
                <a:lnTo>
                  <a:pt x="5454657" y="5250107"/>
                </a:lnTo>
                <a:lnTo>
                  <a:pt x="0" y="52501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4007425" y="3793290"/>
            <a:ext cx="2647908" cy="264790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0" cap="sq">
              <a:solidFill>
                <a:srgbClr val="EA6E19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346794" y="1504756"/>
            <a:ext cx="10466065" cy="5559514"/>
          </a:xfrm>
          <a:custGeom>
            <a:avLst/>
            <a:gdLst/>
            <a:ahLst/>
            <a:cxnLst/>
            <a:rect r="r" b="b" t="t" l="l"/>
            <a:pathLst>
              <a:path h="5559514" w="10466065">
                <a:moveTo>
                  <a:pt x="0" y="0"/>
                </a:moveTo>
                <a:lnTo>
                  <a:pt x="10466065" y="0"/>
                </a:lnTo>
                <a:lnTo>
                  <a:pt x="10466065" y="5559514"/>
                </a:lnTo>
                <a:lnTo>
                  <a:pt x="0" y="55595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736011" y="6584073"/>
            <a:ext cx="9523289" cy="3621059"/>
          </a:xfrm>
          <a:custGeom>
            <a:avLst/>
            <a:gdLst/>
            <a:ahLst/>
            <a:cxnLst/>
            <a:rect r="r" b="b" t="t" l="l"/>
            <a:pathLst>
              <a:path h="3621059" w="9523289">
                <a:moveTo>
                  <a:pt x="0" y="0"/>
                </a:moveTo>
                <a:lnTo>
                  <a:pt x="9523289" y="0"/>
                </a:lnTo>
                <a:lnTo>
                  <a:pt x="9523289" y="3621059"/>
                </a:lnTo>
                <a:lnTo>
                  <a:pt x="0" y="36210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14145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4231552" y="4310476"/>
            <a:ext cx="2423780" cy="185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81"/>
              </a:lnSpc>
            </a:pPr>
            <a:r>
              <a:rPr lang="en-US" b="true" sz="7589" spc="-220">
                <a:solidFill>
                  <a:srgbClr val="341708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ORDER</a:t>
            </a:r>
          </a:p>
          <a:p>
            <a:pPr algn="ctr">
              <a:lnSpc>
                <a:spcPts val="6981"/>
              </a:lnSpc>
            </a:pPr>
            <a:r>
              <a:rPr lang="en-US" b="true" sz="7589" spc="-220">
                <a:solidFill>
                  <a:srgbClr val="341708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NOW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25231" y="548759"/>
            <a:ext cx="12700040" cy="479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6"/>
              </a:lnSpc>
              <a:spcBef>
                <a:spcPct val="0"/>
              </a:spcBef>
            </a:pPr>
            <a:r>
              <a:rPr lang="en-US" b="true" sz="28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-- Determine the top 3 most ordered pizza types based on revenue.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555" r="0" b="-9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59300" y="-1588573"/>
            <a:ext cx="1788844" cy="12826898"/>
            <a:chOff x="0" y="0"/>
            <a:chExt cx="471136" cy="33782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1136" cy="3378278"/>
            </a:xfrm>
            <a:custGeom>
              <a:avLst/>
              <a:gdLst/>
              <a:ahLst/>
              <a:cxnLst/>
              <a:rect r="r" b="b" t="t" l="l"/>
              <a:pathLst>
                <a:path h="3378278" w="471136">
                  <a:moveTo>
                    <a:pt x="0" y="0"/>
                  </a:moveTo>
                  <a:lnTo>
                    <a:pt x="471136" y="0"/>
                  </a:lnTo>
                  <a:lnTo>
                    <a:pt x="471136" y="3378278"/>
                  </a:lnTo>
                  <a:lnTo>
                    <a:pt x="0" y="3378278"/>
                  </a:ln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71136" cy="3425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07451" y="877426"/>
            <a:ext cx="2471391" cy="627331"/>
          </a:xfrm>
          <a:custGeom>
            <a:avLst/>
            <a:gdLst/>
            <a:ahLst/>
            <a:cxnLst/>
            <a:rect r="r" b="b" t="t" l="l"/>
            <a:pathLst>
              <a:path h="627331" w="2471391">
                <a:moveTo>
                  <a:pt x="0" y="0"/>
                </a:moveTo>
                <a:lnTo>
                  <a:pt x="2471391" y="0"/>
                </a:lnTo>
                <a:lnTo>
                  <a:pt x="2471391" y="627330"/>
                </a:lnTo>
                <a:lnTo>
                  <a:pt x="0" y="627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543050" y="-1895009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1543050" y="8630969"/>
            <a:ext cx="2471391" cy="627331"/>
          </a:xfrm>
          <a:custGeom>
            <a:avLst/>
            <a:gdLst/>
            <a:ahLst/>
            <a:cxnLst/>
            <a:rect r="r" b="b" t="t" l="l"/>
            <a:pathLst>
              <a:path h="627331" w="2471391">
                <a:moveTo>
                  <a:pt x="0" y="0"/>
                </a:moveTo>
                <a:lnTo>
                  <a:pt x="2471391" y="0"/>
                </a:lnTo>
                <a:lnTo>
                  <a:pt x="2471391" y="627331"/>
                </a:lnTo>
                <a:lnTo>
                  <a:pt x="0" y="6273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507929" y="1191091"/>
            <a:ext cx="5454657" cy="5250107"/>
          </a:xfrm>
          <a:custGeom>
            <a:avLst/>
            <a:gdLst/>
            <a:ahLst/>
            <a:cxnLst/>
            <a:rect r="r" b="b" t="t" l="l"/>
            <a:pathLst>
              <a:path h="5250107" w="5454657">
                <a:moveTo>
                  <a:pt x="0" y="0"/>
                </a:moveTo>
                <a:lnTo>
                  <a:pt x="5454657" y="0"/>
                </a:lnTo>
                <a:lnTo>
                  <a:pt x="5454657" y="5250107"/>
                </a:lnTo>
                <a:lnTo>
                  <a:pt x="0" y="52501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4007425" y="3793290"/>
            <a:ext cx="2647908" cy="264790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0" cap="sq">
              <a:solidFill>
                <a:srgbClr val="EA6E19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28341" y="2014430"/>
            <a:ext cx="8829221" cy="5620892"/>
          </a:xfrm>
          <a:custGeom>
            <a:avLst/>
            <a:gdLst/>
            <a:ahLst/>
            <a:cxnLst/>
            <a:rect r="r" b="b" t="t" l="l"/>
            <a:pathLst>
              <a:path h="5620892" w="8829221">
                <a:moveTo>
                  <a:pt x="0" y="0"/>
                </a:moveTo>
                <a:lnTo>
                  <a:pt x="8829221" y="0"/>
                </a:lnTo>
                <a:lnTo>
                  <a:pt x="8829221" y="5620892"/>
                </a:lnTo>
                <a:lnTo>
                  <a:pt x="0" y="56208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000808" y="6883646"/>
            <a:ext cx="7015247" cy="3168588"/>
          </a:xfrm>
          <a:custGeom>
            <a:avLst/>
            <a:gdLst/>
            <a:ahLst/>
            <a:cxnLst/>
            <a:rect r="r" b="b" t="t" l="l"/>
            <a:pathLst>
              <a:path h="3168588" w="7015247">
                <a:moveTo>
                  <a:pt x="0" y="0"/>
                </a:moveTo>
                <a:lnTo>
                  <a:pt x="7015246" y="0"/>
                </a:lnTo>
                <a:lnTo>
                  <a:pt x="7015246" y="3168588"/>
                </a:lnTo>
                <a:lnTo>
                  <a:pt x="0" y="31685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6839" r="-37420" b="-16165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4231552" y="4310476"/>
            <a:ext cx="2423780" cy="185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81"/>
              </a:lnSpc>
            </a:pPr>
            <a:r>
              <a:rPr lang="en-US" b="true" sz="7589" spc="-220">
                <a:solidFill>
                  <a:srgbClr val="341708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ORDER</a:t>
            </a:r>
          </a:p>
          <a:p>
            <a:pPr algn="ctr">
              <a:lnSpc>
                <a:spcPts val="6981"/>
              </a:lnSpc>
            </a:pPr>
            <a:r>
              <a:rPr lang="en-US" b="true" sz="7589" spc="-220">
                <a:solidFill>
                  <a:srgbClr val="341708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NOW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34386" y="441384"/>
            <a:ext cx="12881729" cy="1117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6"/>
              </a:lnSpc>
              <a:spcBef>
                <a:spcPct val="0"/>
              </a:spcBef>
            </a:pPr>
            <a:r>
              <a:rPr lang="en-US" b="true" sz="32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-- Calculate the percentage contribution of each pizza type </a:t>
            </a:r>
          </a:p>
          <a:p>
            <a:pPr algn="ctr">
              <a:lnSpc>
                <a:spcPts val="4556"/>
              </a:lnSpc>
              <a:spcBef>
                <a:spcPct val="0"/>
              </a:spcBef>
            </a:pPr>
            <a:r>
              <a:rPr lang="en-US" b="true" sz="32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 total revenue.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555" r="0" b="-9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59300" y="-1588573"/>
            <a:ext cx="1788844" cy="12826898"/>
            <a:chOff x="0" y="0"/>
            <a:chExt cx="471136" cy="33782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1136" cy="3378278"/>
            </a:xfrm>
            <a:custGeom>
              <a:avLst/>
              <a:gdLst/>
              <a:ahLst/>
              <a:cxnLst/>
              <a:rect r="r" b="b" t="t" l="l"/>
              <a:pathLst>
                <a:path h="3378278" w="471136">
                  <a:moveTo>
                    <a:pt x="0" y="0"/>
                  </a:moveTo>
                  <a:lnTo>
                    <a:pt x="471136" y="0"/>
                  </a:lnTo>
                  <a:lnTo>
                    <a:pt x="471136" y="3378278"/>
                  </a:lnTo>
                  <a:lnTo>
                    <a:pt x="0" y="3378278"/>
                  </a:ln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71136" cy="3425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07451" y="877426"/>
            <a:ext cx="2471391" cy="627331"/>
          </a:xfrm>
          <a:custGeom>
            <a:avLst/>
            <a:gdLst/>
            <a:ahLst/>
            <a:cxnLst/>
            <a:rect r="r" b="b" t="t" l="l"/>
            <a:pathLst>
              <a:path h="627331" w="2471391">
                <a:moveTo>
                  <a:pt x="0" y="0"/>
                </a:moveTo>
                <a:lnTo>
                  <a:pt x="2471391" y="0"/>
                </a:lnTo>
                <a:lnTo>
                  <a:pt x="2471391" y="627330"/>
                </a:lnTo>
                <a:lnTo>
                  <a:pt x="0" y="627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543050" y="-1895009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1543050" y="8630969"/>
            <a:ext cx="2471391" cy="627331"/>
          </a:xfrm>
          <a:custGeom>
            <a:avLst/>
            <a:gdLst/>
            <a:ahLst/>
            <a:cxnLst/>
            <a:rect r="r" b="b" t="t" l="l"/>
            <a:pathLst>
              <a:path h="627331" w="2471391">
                <a:moveTo>
                  <a:pt x="0" y="0"/>
                </a:moveTo>
                <a:lnTo>
                  <a:pt x="2471391" y="0"/>
                </a:lnTo>
                <a:lnTo>
                  <a:pt x="2471391" y="627331"/>
                </a:lnTo>
                <a:lnTo>
                  <a:pt x="0" y="6273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867950" y="1028700"/>
            <a:ext cx="4795842" cy="4615998"/>
          </a:xfrm>
          <a:custGeom>
            <a:avLst/>
            <a:gdLst/>
            <a:ahLst/>
            <a:cxnLst/>
            <a:rect r="r" b="b" t="t" l="l"/>
            <a:pathLst>
              <a:path h="4615998" w="4795842">
                <a:moveTo>
                  <a:pt x="0" y="0"/>
                </a:moveTo>
                <a:lnTo>
                  <a:pt x="4795843" y="0"/>
                </a:lnTo>
                <a:lnTo>
                  <a:pt x="4795843" y="4615998"/>
                </a:lnTo>
                <a:lnTo>
                  <a:pt x="0" y="46159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3479218" y="3036270"/>
            <a:ext cx="2647908" cy="264790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0" cap="sq">
              <a:solidFill>
                <a:srgbClr val="EA6E19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388429" y="1191091"/>
            <a:ext cx="8294591" cy="5311161"/>
          </a:xfrm>
          <a:custGeom>
            <a:avLst/>
            <a:gdLst/>
            <a:ahLst/>
            <a:cxnLst/>
            <a:rect r="r" b="b" t="t" l="l"/>
            <a:pathLst>
              <a:path h="5311161" w="8294591">
                <a:moveTo>
                  <a:pt x="0" y="0"/>
                </a:moveTo>
                <a:lnTo>
                  <a:pt x="8294592" y="0"/>
                </a:lnTo>
                <a:lnTo>
                  <a:pt x="8294592" y="5311161"/>
                </a:lnTo>
                <a:lnTo>
                  <a:pt x="0" y="53111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304170" y="5644698"/>
            <a:ext cx="9768219" cy="4479911"/>
          </a:xfrm>
          <a:custGeom>
            <a:avLst/>
            <a:gdLst/>
            <a:ahLst/>
            <a:cxnLst/>
            <a:rect r="r" b="b" t="t" l="l"/>
            <a:pathLst>
              <a:path h="4479911" w="9768219">
                <a:moveTo>
                  <a:pt x="0" y="0"/>
                </a:moveTo>
                <a:lnTo>
                  <a:pt x="9768219" y="0"/>
                </a:lnTo>
                <a:lnTo>
                  <a:pt x="9768219" y="4479911"/>
                </a:lnTo>
                <a:lnTo>
                  <a:pt x="0" y="44799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14003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591282" y="3527199"/>
            <a:ext cx="2423780" cy="185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81"/>
              </a:lnSpc>
            </a:pPr>
            <a:r>
              <a:rPr lang="en-US" b="true" sz="7589" spc="-220">
                <a:solidFill>
                  <a:srgbClr val="341708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ORDER</a:t>
            </a:r>
          </a:p>
          <a:p>
            <a:pPr algn="ctr">
              <a:lnSpc>
                <a:spcPts val="6981"/>
              </a:lnSpc>
            </a:pPr>
            <a:r>
              <a:rPr lang="en-US" b="true" sz="7589" spc="-220">
                <a:solidFill>
                  <a:srgbClr val="341708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NOW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52985" y="466209"/>
            <a:ext cx="12444532" cy="562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6"/>
              </a:lnSpc>
              <a:spcBef>
                <a:spcPct val="0"/>
              </a:spcBef>
            </a:pPr>
            <a:r>
              <a:rPr lang="en-US" b="true" sz="33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-- Analyze the cumulative revenue generated over time.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555" r="0" b="-9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59300" y="-1588573"/>
            <a:ext cx="1788844" cy="12826898"/>
            <a:chOff x="0" y="0"/>
            <a:chExt cx="471136" cy="33782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1136" cy="3378278"/>
            </a:xfrm>
            <a:custGeom>
              <a:avLst/>
              <a:gdLst/>
              <a:ahLst/>
              <a:cxnLst/>
              <a:rect r="r" b="b" t="t" l="l"/>
              <a:pathLst>
                <a:path h="3378278" w="471136">
                  <a:moveTo>
                    <a:pt x="0" y="0"/>
                  </a:moveTo>
                  <a:lnTo>
                    <a:pt x="471136" y="0"/>
                  </a:lnTo>
                  <a:lnTo>
                    <a:pt x="471136" y="3378278"/>
                  </a:lnTo>
                  <a:lnTo>
                    <a:pt x="0" y="3378278"/>
                  </a:ln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71136" cy="3425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07451" y="877426"/>
            <a:ext cx="2471391" cy="627331"/>
          </a:xfrm>
          <a:custGeom>
            <a:avLst/>
            <a:gdLst/>
            <a:ahLst/>
            <a:cxnLst/>
            <a:rect r="r" b="b" t="t" l="l"/>
            <a:pathLst>
              <a:path h="627331" w="2471391">
                <a:moveTo>
                  <a:pt x="0" y="0"/>
                </a:moveTo>
                <a:lnTo>
                  <a:pt x="2471391" y="0"/>
                </a:lnTo>
                <a:lnTo>
                  <a:pt x="2471391" y="627330"/>
                </a:lnTo>
                <a:lnTo>
                  <a:pt x="0" y="627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543050" y="-1895009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1543050" y="8630969"/>
            <a:ext cx="2471391" cy="627331"/>
          </a:xfrm>
          <a:custGeom>
            <a:avLst/>
            <a:gdLst/>
            <a:ahLst/>
            <a:cxnLst/>
            <a:rect r="r" b="b" t="t" l="l"/>
            <a:pathLst>
              <a:path h="627331" w="2471391">
                <a:moveTo>
                  <a:pt x="0" y="0"/>
                </a:moveTo>
                <a:lnTo>
                  <a:pt x="2471391" y="0"/>
                </a:lnTo>
                <a:lnTo>
                  <a:pt x="2471391" y="627331"/>
                </a:lnTo>
                <a:lnTo>
                  <a:pt x="0" y="6273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067380" y="1672133"/>
            <a:ext cx="5998051" cy="3020140"/>
            <a:chOff x="0" y="0"/>
            <a:chExt cx="2145188" cy="10801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45188" cy="1080145"/>
            </a:xfrm>
            <a:custGeom>
              <a:avLst/>
              <a:gdLst/>
              <a:ahLst/>
              <a:cxnLst/>
              <a:rect r="r" b="b" t="t" l="l"/>
              <a:pathLst>
                <a:path h="1080145" w="2145188">
                  <a:moveTo>
                    <a:pt x="29687" y="0"/>
                  </a:moveTo>
                  <a:lnTo>
                    <a:pt x="2115501" y="0"/>
                  </a:lnTo>
                  <a:cubicBezTo>
                    <a:pt x="2123374" y="0"/>
                    <a:pt x="2130926" y="3128"/>
                    <a:pt x="2136493" y="8695"/>
                  </a:cubicBezTo>
                  <a:cubicBezTo>
                    <a:pt x="2142060" y="14263"/>
                    <a:pt x="2145188" y="21814"/>
                    <a:pt x="2145188" y="29687"/>
                  </a:cubicBezTo>
                  <a:lnTo>
                    <a:pt x="2145188" y="1050458"/>
                  </a:lnTo>
                  <a:cubicBezTo>
                    <a:pt x="2145188" y="1058332"/>
                    <a:pt x="2142060" y="1065883"/>
                    <a:pt x="2136493" y="1071450"/>
                  </a:cubicBezTo>
                  <a:cubicBezTo>
                    <a:pt x="2130926" y="1077018"/>
                    <a:pt x="2123374" y="1080145"/>
                    <a:pt x="2115501" y="1080145"/>
                  </a:cubicBezTo>
                  <a:lnTo>
                    <a:pt x="29687" y="1080145"/>
                  </a:lnTo>
                  <a:cubicBezTo>
                    <a:pt x="13291" y="1080145"/>
                    <a:pt x="0" y="1066854"/>
                    <a:pt x="0" y="1050458"/>
                  </a:cubicBezTo>
                  <a:lnTo>
                    <a:pt x="0" y="29687"/>
                  </a:lnTo>
                  <a:cubicBezTo>
                    <a:pt x="0" y="13291"/>
                    <a:pt x="13291" y="0"/>
                    <a:pt x="29687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6159" r="0" b="-16159"/>
              </a:stretch>
            </a:blipFill>
            <a:ln w="171450" cap="rnd">
              <a:solidFill>
                <a:srgbClr val="EA6E19"/>
              </a:solidFill>
              <a:prstDash val="solid"/>
              <a:round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246712" y="1672133"/>
            <a:ext cx="8666229" cy="5572084"/>
          </a:xfrm>
          <a:custGeom>
            <a:avLst/>
            <a:gdLst/>
            <a:ahLst/>
            <a:cxnLst/>
            <a:rect r="r" b="b" t="t" l="l"/>
            <a:pathLst>
              <a:path h="5572084" w="8666229">
                <a:moveTo>
                  <a:pt x="0" y="0"/>
                </a:moveTo>
                <a:lnTo>
                  <a:pt x="8666229" y="0"/>
                </a:lnTo>
                <a:lnTo>
                  <a:pt x="8666229" y="5572084"/>
                </a:lnTo>
                <a:lnTo>
                  <a:pt x="0" y="55720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285339" y="5839451"/>
            <a:ext cx="7780093" cy="4242481"/>
          </a:xfrm>
          <a:custGeom>
            <a:avLst/>
            <a:gdLst/>
            <a:ahLst/>
            <a:cxnLst/>
            <a:rect r="r" b="b" t="t" l="l"/>
            <a:pathLst>
              <a:path h="4242481" w="7780093">
                <a:moveTo>
                  <a:pt x="0" y="0"/>
                </a:moveTo>
                <a:lnTo>
                  <a:pt x="7780093" y="0"/>
                </a:lnTo>
                <a:lnTo>
                  <a:pt x="7780093" y="4242481"/>
                </a:lnTo>
                <a:lnTo>
                  <a:pt x="0" y="42424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9116" r="-30449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551782" y="298365"/>
            <a:ext cx="12221170" cy="1091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6"/>
              </a:lnSpc>
              <a:spcBef>
                <a:spcPct val="0"/>
              </a:spcBef>
            </a:pPr>
            <a:r>
              <a:rPr lang="en-US" b="true" sz="3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-- Determine the top 3 most ordered pizza types based on </a:t>
            </a:r>
          </a:p>
          <a:p>
            <a:pPr algn="ctr">
              <a:lnSpc>
                <a:spcPts val="4416"/>
              </a:lnSpc>
              <a:spcBef>
                <a:spcPct val="0"/>
              </a:spcBef>
            </a:pPr>
            <a:r>
              <a:rPr lang="en-US" b="true" sz="31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revenue for each pizza category.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555" r="0" b="-9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05395" y="7712216"/>
            <a:ext cx="3438827" cy="737246"/>
            <a:chOff x="0" y="0"/>
            <a:chExt cx="1895622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95622" cy="406400"/>
            </a:xfrm>
            <a:custGeom>
              <a:avLst/>
              <a:gdLst/>
              <a:ahLst/>
              <a:cxnLst/>
              <a:rect r="r" b="b" t="t" l="l"/>
              <a:pathLst>
                <a:path h="406400" w="1895622">
                  <a:moveTo>
                    <a:pt x="1692422" y="0"/>
                  </a:moveTo>
                  <a:cubicBezTo>
                    <a:pt x="1804646" y="0"/>
                    <a:pt x="1895622" y="90976"/>
                    <a:pt x="1895622" y="203200"/>
                  </a:cubicBezTo>
                  <a:cubicBezTo>
                    <a:pt x="1895622" y="315424"/>
                    <a:pt x="1804646" y="406400"/>
                    <a:pt x="169242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A6E19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895622" cy="454025"/>
            </a:xfrm>
            <a:prstGeom prst="rect">
              <a:avLst/>
            </a:prstGeom>
          </p:spPr>
          <p:txBody>
            <a:bodyPr anchor="ctr" rtlCol="false" tIns="31690" lIns="31690" bIns="31690" rIns="3169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419031" y="2905491"/>
            <a:ext cx="13449938" cy="5197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63"/>
              </a:lnSpc>
            </a:pPr>
            <a:r>
              <a:rPr lang="en-US" b="true" sz="21264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THANK YOU</a:t>
            </a:r>
          </a:p>
          <a:p>
            <a:pPr algn="ctr">
              <a:lnSpc>
                <a:spcPts val="19563"/>
              </a:lnSpc>
            </a:pPr>
            <a:r>
              <a:rPr lang="en-US" b="true" sz="21264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FOR ATTENTION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7259300" y="-1588573"/>
            <a:ext cx="1788844" cy="12826898"/>
            <a:chOff x="0" y="0"/>
            <a:chExt cx="471136" cy="33782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71136" cy="3378278"/>
            </a:xfrm>
            <a:custGeom>
              <a:avLst/>
              <a:gdLst/>
              <a:ahLst/>
              <a:cxnLst/>
              <a:rect r="r" b="b" t="t" l="l"/>
              <a:pathLst>
                <a:path h="3378278" w="471136">
                  <a:moveTo>
                    <a:pt x="0" y="0"/>
                  </a:moveTo>
                  <a:lnTo>
                    <a:pt x="471136" y="0"/>
                  </a:lnTo>
                  <a:lnTo>
                    <a:pt x="471136" y="3378278"/>
                  </a:lnTo>
                  <a:lnTo>
                    <a:pt x="0" y="3378278"/>
                  </a:ln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71136" cy="3425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543050" y="-1895009"/>
            <a:ext cx="3086100" cy="30861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6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5280761" y="3035806"/>
            <a:ext cx="2471391" cy="627331"/>
          </a:xfrm>
          <a:custGeom>
            <a:avLst/>
            <a:gdLst/>
            <a:ahLst/>
            <a:cxnLst/>
            <a:rect r="r" b="b" t="t" l="l"/>
            <a:pathLst>
              <a:path h="627331" w="2471391">
                <a:moveTo>
                  <a:pt x="0" y="0"/>
                </a:moveTo>
                <a:lnTo>
                  <a:pt x="2471391" y="0"/>
                </a:lnTo>
                <a:lnTo>
                  <a:pt x="2471391" y="627331"/>
                </a:lnTo>
                <a:lnTo>
                  <a:pt x="0" y="6273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781515" y="1646188"/>
            <a:ext cx="6724969" cy="514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6"/>
              </a:lnSpc>
            </a:pPr>
            <a:r>
              <a:rPr lang="en-US" b="true" sz="3004" spc="309">
                <a:solidFill>
                  <a:srgbClr val="EA6E1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Pizza Resto Presentation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74427" y="7850417"/>
            <a:ext cx="3100763" cy="413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45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See You Next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752650" y="9258300"/>
            <a:ext cx="2471391" cy="627331"/>
          </a:xfrm>
          <a:custGeom>
            <a:avLst/>
            <a:gdLst/>
            <a:ahLst/>
            <a:cxnLst/>
            <a:rect r="r" b="b" t="t" l="l"/>
            <a:pathLst>
              <a:path h="627331" w="2471391">
                <a:moveTo>
                  <a:pt x="0" y="0"/>
                </a:moveTo>
                <a:lnTo>
                  <a:pt x="2471391" y="0"/>
                </a:lnTo>
                <a:lnTo>
                  <a:pt x="2471391" y="627331"/>
                </a:lnTo>
                <a:lnTo>
                  <a:pt x="0" y="6273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8704260" y="7734854"/>
            <a:ext cx="5397274" cy="737246"/>
            <a:chOff x="0" y="0"/>
            <a:chExt cx="2975198" cy="406400"/>
          </a:xfrm>
        </p:grpSpPr>
        <p:sp>
          <p:nvSpPr>
            <p:cNvPr name="Freeform 18" id="18">
              <a:hlinkClick r:id="rId5" tooltip="https://github.com/MkSingh431"/>
            </p:cNvPr>
            <p:cNvSpPr/>
            <p:nvPr/>
          </p:nvSpPr>
          <p:spPr>
            <a:xfrm flipH="false" flipV="false" rot="0">
              <a:off x="0" y="0"/>
              <a:ext cx="2975198" cy="406400"/>
            </a:xfrm>
            <a:custGeom>
              <a:avLst/>
              <a:gdLst/>
              <a:ahLst/>
              <a:cxnLst/>
              <a:rect r="r" b="b" t="t" l="l"/>
              <a:pathLst>
                <a:path h="406400" w="2975198">
                  <a:moveTo>
                    <a:pt x="2771998" y="0"/>
                  </a:moveTo>
                  <a:cubicBezTo>
                    <a:pt x="2884222" y="0"/>
                    <a:pt x="2975198" y="90976"/>
                    <a:pt x="2975198" y="203200"/>
                  </a:cubicBezTo>
                  <a:cubicBezTo>
                    <a:pt x="2975198" y="315424"/>
                    <a:pt x="2884222" y="406400"/>
                    <a:pt x="277199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A6E19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975198" cy="454025"/>
            </a:xfrm>
            <a:prstGeom prst="rect">
              <a:avLst/>
            </a:prstGeom>
          </p:spPr>
          <p:txBody>
            <a:bodyPr anchor="ctr" rtlCol="false" tIns="31690" lIns="31690" bIns="31690" rIns="3169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04260" y="7819242"/>
            <a:ext cx="5205193" cy="413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6"/>
              </a:lnSpc>
              <a:spcBef>
                <a:spcPct val="0"/>
              </a:spcBef>
            </a:pPr>
            <a:r>
              <a:rPr lang="en-US" b="true" sz="24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https://github.com/MkSingh431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DAGwLJib0Qk</dc:identifier>
  <dcterms:modified xsi:type="dcterms:W3CDTF">2011-08-01T06:04:30Z</dcterms:modified>
  <cp:revision>1</cp:revision>
  <dc:title>Brown Orange Modern Bold Pizza Resto Presentation</dc:title>
</cp:coreProperties>
</file>